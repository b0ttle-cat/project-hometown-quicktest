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265" r:id="rId4"/>
    <p:sldId id="266" r:id="rId5"/>
    <p:sldId id="260" r:id="rId6"/>
    <p:sldId id="259" r:id="rId7"/>
    <p:sldId id="256" r:id="rId8"/>
    <p:sldId id="262" r:id="rId9"/>
    <p:sldId id="261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BEFF"/>
    <a:srgbClr val="FB6969"/>
    <a:srgbClr val="0000FF"/>
    <a:srgbClr val="292929"/>
    <a:srgbClr val="000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>
        <p:scale>
          <a:sx n="200" d="100"/>
          <a:sy n="200" d="100"/>
        </p:scale>
        <p:origin x="-3366" y="-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166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D089E-5E78-4F5C-90DB-68957509C3A9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D8E29-1A45-4FD0-A180-F9E09BB00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7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54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57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bg1">
              <a:lumMod val="50000"/>
            </a:schemeClr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12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microsoft.com/office/2007/relationships/hdphoto" Target="../media/hdphoto6.wdp"/><Relationship Id="rId17" Type="http://schemas.microsoft.com/office/2007/relationships/hdphoto" Target="../media/hdphoto8.wdp"/><Relationship Id="rId2" Type="http://schemas.openxmlformats.org/officeDocument/2006/relationships/image" Target="../media/image18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22.png"/><Relationship Id="rId1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13" Type="http://schemas.openxmlformats.org/officeDocument/2006/relationships/image" Target="../media/image35.png"/><Relationship Id="rId18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microsoft.com/office/2007/relationships/hdphoto" Target="../media/hdphoto11.wdp"/><Relationship Id="rId17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microsoft.com/office/2007/relationships/hdphoto" Target="../media/hdphoto13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5" Type="http://schemas.openxmlformats.org/officeDocument/2006/relationships/image" Target="../media/image36.png"/><Relationship Id="rId10" Type="http://schemas.microsoft.com/office/2007/relationships/hdphoto" Target="../media/hdphoto10.wdp"/><Relationship Id="rId19" Type="http://schemas.microsoft.com/office/2007/relationships/hdphoto" Target="../media/hdphoto14.wdp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microsoft.com/office/2007/relationships/hdphoto" Target="../media/hdphoto1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패턴, 그래픽, 다채로움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BB90D1-BA46-D187-1CED-7897D04EC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53079" cy="48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8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직사각형, 블랙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362BEF-C84E-391C-5007-D6577FF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544" cy="1626544"/>
          </a:xfrm>
          <a:prstGeom prst="rect">
            <a:avLst/>
          </a:prstGeom>
        </p:spPr>
      </p:pic>
      <p:pic>
        <p:nvPicPr>
          <p:cNvPr id="8" name="그림 7" descr="직사각형, 블랙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3257EE-FBA5-78BE-0B69-EE21344A35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44" y="0"/>
            <a:ext cx="1626544" cy="1626544"/>
          </a:xfrm>
          <a:prstGeom prst="rect">
            <a:avLst/>
          </a:prstGeom>
        </p:spPr>
      </p:pic>
      <p:pic>
        <p:nvPicPr>
          <p:cNvPr id="10" name="그림 9" descr="직사각형, 블랙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1284A2-535A-C547-E82D-4AC55BCD3B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6544"/>
            <a:ext cx="1626544" cy="1626544"/>
          </a:xfrm>
          <a:prstGeom prst="rect">
            <a:avLst/>
          </a:prstGeom>
        </p:spPr>
      </p:pic>
      <p:pic>
        <p:nvPicPr>
          <p:cNvPr id="12" name="그림 11" descr="직사각형, 블랙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C7845-E517-4F10-6A65-50B4CE3BBC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44" y="1626544"/>
            <a:ext cx="1626544" cy="1626544"/>
          </a:xfrm>
          <a:prstGeom prst="rect">
            <a:avLst/>
          </a:prstGeom>
        </p:spPr>
      </p:pic>
      <p:pic>
        <p:nvPicPr>
          <p:cNvPr id="22" name="그림 21" descr="스크린샷, 직사각형, 블랙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D68051-D052-305D-2471-1137C4C0C6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32"/>
          <a:stretch>
            <a:fillRect/>
          </a:stretch>
        </p:blipFill>
        <p:spPr>
          <a:xfrm>
            <a:off x="1626544" y="0"/>
            <a:ext cx="576906" cy="1626544"/>
          </a:xfrm>
          <a:prstGeom prst="rect">
            <a:avLst/>
          </a:prstGeom>
        </p:spPr>
      </p:pic>
      <p:pic>
        <p:nvPicPr>
          <p:cNvPr id="23" name="그림 22" descr="스크린샷, 직사각형, 블랙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599F5-495C-9075-01F1-44CB309369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44" y="1625154"/>
            <a:ext cx="1626544" cy="1626544"/>
          </a:xfrm>
          <a:prstGeom prst="rect">
            <a:avLst/>
          </a:prstGeom>
        </p:spPr>
      </p:pic>
      <p:pic>
        <p:nvPicPr>
          <p:cNvPr id="24" name="그림 23" descr="스크린샷, 직사각형, 블랙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575D85-28E7-1A3E-42B8-A99CE84E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54"/>
          <a:stretch>
            <a:fillRect/>
          </a:stretch>
        </p:blipFill>
        <p:spPr>
          <a:xfrm>
            <a:off x="0" y="1625154"/>
            <a:ext cx="895350" cy="162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4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C8685C6-5D89-FA51-BF74-8D28ED13E330}"/>
              </a:ext>
            </a:extLst>
          </p:cNvPr>
          <p:cNvGrpSpPr/>
          <p:nvPr/>
        </p:nvGrpSpPr>
        <p:grpSpPr>
          <a:xfrm>
            <a:off x="0" y="0"/>
            <a:ext cx="3240000" cy="3240000"/>
            <a:chOff x="0" y="0"/>
            <a:chExt cx="3240000" cy="3240000"/>
          </a:xfrm>
        </p:grpSpPr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0A388C1B-F26A-FC79-AA0E-10DCA470A95C}"/>
                </a:ext>
              </a:extLst>
            </p:cNvPr>
            <p:cNvSpPr/>
            <p:nvPr/>
          </p:nvSpPr>
          <p:spPr>
            <a:xfrm>
              <a:off x="0" y="0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1ED9FF9-3F04-8E3E-232C-F12CCC3E8C96}"/>
                </a:ext>
              </a:extLst>
            </p:cNvPr>
            <p:cNvSpPr/>
            <p:nvPr/>
          </p:nvSpPr>
          <p:spPr>
            <a:xfrm>
              <a:off x="1620000" y="0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2AA8B5-EFBF-E680-AB67-861B4F78C07E}"/>
                </a:ext>
              </a:extLst>
            </p:cNvPr>
            <p:cNvSpPr/>
            <p:nvPr/>
          </p:nvSpPr>
          <p:spPr>
            <a:xfrm>
              <a:off x="0" y="1620000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43CC0A2-7D6B-E611-9239-7023E480C6D7}"/>
                </a:ext>
              </a:extLst>
            </p:cNvPr>
            <p:cNvSpPr/>
            <p:nvPr/>
          </p:nvSpPr>
          <p:spPr>
            <a:xfrm>
              <a:off x="1620000" y="1620000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" name="그림 26" descr="원, 스케치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90B241-7474-9F3E-6C54-36B8FAE7D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4" b="16291"/>
          <a:stretch>
            <a:fillRect/>
          </a:stretch>
        </p:blipFill>
        <p:spPr>
          <a:xfrm>
            <a:off x="263640" y="428670"/>
            <a:ext cx="1092720" cy="762660"/>
          </a:xfrm>
          <a:prstGeom prst="rect">
            <a:avLst/>
          </a:prstGeom>
        </p:spPr>
      </p:pic>
      <p:pic>
        <p:nvPicPr>
          <p:cNvPr id="128" name="그림 127" descr="봄, 코일 스프링, 자연, 메탈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91F18F-1F36-8714-2238-87B9FCA6C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0000" y="90000"/>
            <a:ext cx="1440000" cy="1440000"/>
          </a:xfrm>
          <a:custGeom>
            <a:avLst/>
            <a:gdLst>
              <a:gd name="csX0" fmla="*/ 0 w 1440000"/>
              <a:gd name="csY0" fmla="*/ 0 h 1440000"/>
              <a:gd name="csX1" fmla="*/ 1440000 w 1440000"/>
              <a:gd name="csY1" fmla="*/ 0 h 1440000"/>
              <a:gd name="csX2" fmla="*/ 1440000 w 1440000"/>
              <a:gd name="csY2" fmla="*/ 1440000 h 1440000"/>
              <a:gd name="csX3" fmla="*/ 885660 w 1440000"/>
              <a:gd name="csY3" fmla="*/ 1440000 h 1440000"/>
              <a:gd name="csX4" fmla="*/ 1245660 w 1440000"/>
              <a:gd name="csY4" fmla="*/ 1080000 h 1440000"/>
              <a:gd name="csX5" fmla="*/ 885660 w 1440000"/>
              <a:gd name="csY5" fmla="*/ 720000 h 1440000"/>
              <a:gd name="csX6" fmla="*/ 525660 w 1440000"/>
              <a:gd name="csY6" fmla="*/ 1080000 h 1440000"/>
              <a:gd name="csX7" fmla="*/ 885660 w 1440000"/>
              <a:gd name="csY7" fmla="*/ 1440000 h 1440000"/>
              <a:gd name="csX8" fmla="*/ 0 w 1440000"/>
              <a:gd name="csY8" fmla="*/ 1440000 h 14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40000" h="1440000"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885660" y="1440000"/>
                </a:lnTo>
                <a:cubicBezTo>
                  <a:pt x="1084483" y="1440000"/>
                  <a:pt x="1245660" y="1278823"/>
                  <a:pt x="1245660" y="1080000"/>
                </a:cubicBezTo>
                <a:cubicBezTo>
                  <a:pt x="1245660" y="881177"/>
                  <a:pt x="1084483" y="720000"/>
                  <a:pt x="885660" y="720000"/>
                </a:cubicBezTo>
                <a:cubicBezTo>
                  <a:pt x="686837" y="720000"/>
                  <a:pt x="525660" y="881177"/>
                  <a:pt x="525660" y="1080000"/>
                </a:cubicBezTo>
                <a:cubicBezTo>
                  <a:pt x="525660" y="1278823"/>
                  <a:pt x="686837" y="1440000"/>
                  <a:pt x="885660" y="1440000"/>
                </a:cubicBezTo>
                <a:lnTo>
                  <a:pt x="0" y="1440000"/>
                </a:lnTo>
                <a:close/>
              </a:path>
            </a:pathLst>
          </a:custGeom>
        </p:spPr>
      </p:pic>
      <p:pic>
        <p:nvPicPr>
          <p:cNvPr id="55" name="그림 54" descr="원, 그래픽, 상징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63B0AA-0449-18CF-E872-1FC8CDE36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980" y="855720"/>
            <a:ext cx="648000" cy="648000"/>
          </a:xfrm>
          <a:prstGeom prst="rect">
            <a:avLst/>
          </a:prstGeom>
        </p:spPr>
      </p:pic>
      <p:pic>
        <p:nvPicPr>
          <p:cNvPr id="132" name="그림 131" descr="실루엣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2CE3EE-07A2-E61B-F202-A4BC4B448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00" y="1710000"/>
            <a:ext cx="1440000" cy="1440000"/>
          </a:xfrm>
          <a:custGeom>
            <a:avLst/>
            <a:gdLst>
              <a:gd name="csX0" fmla="*/ 0 w 1440000"/>
              <a:gd name="csY0" fmla="*/ 0 h 1440000"/>
              <a:gd name="csX1" fmla="*/ 1440000 w 1440000"/>
              <a:gd name="csY1" fmla="*/ 0 h 1440000"/>
              <a:gd name="csX2" fmla="*/ 1440000 w 1440000"/>
              <a:gd name="csY2" fmla="*/ 1440000 h 1440000"/>
              <a:gd name="csX3" fmla="*/ 1058040 w 1440000"/>
              <a:gd name="csY3" fmla="*/ 1440000 h 1440000"/>
              <a:gd name="csX4" fmla="*/ 1418040 w 1440000"/>
              <a:gd name="csY4" fmla="*/ 1080000 h 1440000"/>
              <a:gd name="csX5" fmla="*/ 1058040 w 1440000"/>
              <a:gd name="csY5" fmla="*/ 720000 h 1440000"/>
              <a:gd name="csX6" fmla="*/ 698040 w 1440000"/>
              <a:gd name="csY6" fmla="*/ 1080000 h 1440000"/>
              <a:gd name="csX7" fmla="*/ 1058040 w 1440000"/>
              <a:gd name="csY7" fmla="*/ 1440000 h 1440000"/>
              <a:gd name="csX8" fmla="*/ 0 w 1440000"/>
              <a:gd name="csY8" fmla="*/ 1440000 h 14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40000" h="1440000"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1058040" y="1440000"/>
                </a:lnTo>
                <a:cubicBezTo>
                  <a:pt x="1256863" y="1440000"/>
                  <a:pt x="1418040" y="1278823"/>
                  <a:pt x="1418040" y="1080000"/>
                </a:cubicBezTo>
                <a:cubicBezTo>
                  <a:pt x="1418040" y="881177"/>
                  <a:pt x="1256863" y="720000"/>
                  <a:pt x="1058040" y="720000"/>
                </a:cubicBezTo>
                <a:cubicBezTo>
                  <a:pt x="859217" y="720000"/>
                  <a:pt x="698040" y="881177"/>
                  <a:pt x="698040" y="1080000"/>
                </a:cubicBezTo>
                <a:cubicBezTo>
                  <a:pt x="698040" y="1278823"/>
                  <a:pt x="859217" y="1440000"/>
                  <a:pt x="1058040" y="1440000"/>
                </a:cubicBezTo>
                <a:lnTo>
                  <a:pt x="0" y="1440000"/>
                </a:lnTo>
                <a:close/>
              </a:path>
            </a:pathLst>
          </a:custGeom>
        </p:spPr>
      </p:pic>
      <p:pic>
        <p:nvPicPr>
          <p:cNvPr id="130" name="그림 129" descr="원, 그래픽, 상징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639B99-32C3-9E76-26ED-E624BBDE5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" y="2458380"/>
            <a:ext cx="648000" cy="648000"/>
          </a:xfrm>
          <a:prstGeom prst="rect">
            <a:avLst/>
          </a:prstGeom>
        </p:spPr>
      </p:pic>
      <p:pic>
        <p:nvPicPr>
          <p:cNvPr id="134" name="그림 133" descr="원, 그래픽, 상징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EB746D-FF6C-F751-EA15-EBEBC7E59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860" y="2468100"/>
            <a:ext cx="648000" cy="648000"/>
          </a:xfrm>
          <a:prstGeom prst="rect">
            <a:avLst/>
          </a:prstGeom>
        </p:spPr>
      </p:pic>
      <p:pic>
        <p:nvPicPr>
          <p:cNvPr id="138" name="그림 137" descr="상징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F65B0D-92A8-FD04-414C-CFB747E684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0000" y="1710000"/>
            <a:ext cx="1440000" cy="1440000"/>
          </a:xfrm>
          <a:custGeom>
            <a:avLst/>
            <a:gdLst>
              <a:gd name="csX0" fmla="*/ 0 w 1440000"/>
              <a:gd name="csY0" fmla="*/ 0 h 1440000"/>
              <a:gd name="csX1" fmla="*/ 1440000 w 1440000"/>
              <a:gd name="csY1" fmla="*/ 0 h 1440000"/>
              <a:gd name="csX2" fmla="*/ 1440000 w 1440000"/>
              <a:gd name="csY2" fmla="*/ 1440000 h 1440000"/>
              <a:gd name="csX3" fmla="*/ 958079 w 1440000"/>
              <a:gd name="csY3" fmla="*/ 1440000 h 1440000"/>
              <a:gd name="csX4" fmla="*/ 1318079 w 1440000"/>
              <a:gd name="csY4" fmla="*/ 1080000 h 1440000"/>
              <a:gd name="csX5" fmla="*/ 958079 w 1440000"/>
              <a:gd name="csY5" fmla="*/ 720000 h 1440000"/>
              <a:gd name="csX6" fmla="*/ 598079 w 1440000"/>
              <a:gd name="csY6" fmla="*/ 1080000 h 1440000"/>
              <a:gd name="csX7" fmla="*/ 958079 w 1440000"/>
              <a:gd name="csY7" fmla="*/ 1440000 h 1440000"/>
              <a:gd name="csX8" fmla="*/ 0 w 1440000"/>
              <a:gd name="csY8" fmla="*/ 1440000 h 14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40000" h="1440000"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958079" y="1440000"/>
                </a:lnTo>
                <a:cubicBezTo>
                  <a:pt x="1156902" y="1440000"/>
                  <a:pt x="1318079" y="1278823"/>
                  <a:pt x="1318079" y="1080000"/>
                </a:cubicBezTo>
                <a:cubicBezTo>
                  <a:pt x="1318079" y="881177"/>
                  <a:pt x="1156902" y="720000"/>
                  <a:pt x="958079" y="720000"/>
                </a:cubicBezTo>
                <a:cubicBezTo>
                  <a:pt x="759256" y="720000"/>
                  <a:pt x="598079" y="881177"/>
                  <a:pt x="598079" y="1080000"/>
                </a:cubicBezTo>
                <a:cubicBezTo>
                  <a:pt x="598079" y="1278823"/>
                  <a:pt x="759256" y="1440000"/>
                  <a:pt x="958079" y="1440000"/>
                </a:cubicBezTo>
                <a:lnTo>
                  <a:pt x="0" y="144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909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7002-654F-B793-D9D0-64642FD9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C5FDAB7B-0ADA-196A-509F-57491ABBAC39}"/>
              </a:ext>
            </a:extLst>
          </p:cNvPr>
          <p:cNvGrpSpPr/>
          <p:nvPr/>
        </p:nvGrpSpPr>
        <p:grpSpPr>
          <a:xfrm>
            <a:off x="45000" y="37467"/>
            <a:ext cx="3195000" cy="3204856"/>
            <a:chOff x="45000" y="37467"/>
            <a:chExt cx="3195000" cy="3204856"/>
          </a:xfrm>
        </p:grpSpPr>
        <p:pic>
          <p:nvPicPr>
            <p:cNvPr id="3" name="그림 2" descr="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2653A70-3089-1C67-CDCD-46E806D4F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928" y="44553"/>
              <a:ext cx="1530145" cy="153014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그림 5" descr="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6E4EBAB-0C76-DC19-5AA1-83A975CAB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4603" y="1616926"/>
              <a:ext cx="1625397" cy="16253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그림 8" descr="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8E31D07-BF5D-F5A2-215E-838AC395F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16" y="1723941"/>
              <a:ext cx="1411369" cy="141136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그림 9" descr="원, 그래픽, 상징, 화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FD1B6D7-B21D-AF55-91E3-9D706B224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00" y="37467"/>
              <a:ext cx="1530000" cy="15300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3D9ED70-10B6-EB52-F52C-1546364BF2FA}"/>
              </a:ext>
            </a:extLst>
          </p:cNvPr>
          <p:cNvGrpSpPr/>
          <p:nvPr/>
        </p:nvGrpSpPr>
        <p:grpSpPr>
          <a:xfrm>
            <a:off x="0" y="-7533"/>
            <a:ext cx="3240000" cy="3247158"/>
            <a:chOff x="0" y="-7533"/>
            <a:chExt cx="3240000" cy="324715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7346849-BD0B-172A-B7A0-772231F37F61}"/>
                </a:ext>
              </a:extLst>
            </p:cNvPr>
            <p:cNvSpPr/>
            <p:nvPr/>
          </p:nvSpPr>
          <p:spPr>
            <a:xfrm>
              <a:off x="0" y="-7533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E757906-196B-B0C0-B8A6-0F7AFCB1FAE4}"/>
                </a:ext>
              </a:extLst>
            </p:cNvPr>
            <p:cNvSpPr/>
            <p:nvPr/>
          </p:nvSpPr>
          <p:spPr>
            <a:xfrm>
              <a:off x="1620000" y="-375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32708C-A401-82C0-D3C1-C3725A7BC5FB}"/>
                </a:ext>
              </a:extLst>
            </p:cNvPr>
            <p:cNvSpPr/>
            <p:nvPr/>
          </p:nvSpPr>
          <p:spPr>
            <a:xfrm>
              <a:off x="0" y="1619625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F7CC4E5-D502-776D-8536-7F902712D4F4}"/>
                </a:ext>
              </a:extLst>
            </p:cNvPr>
            <p:cNvSpPr/>
            <p:nvPr/>
          </p:nvSpPr>
          <p:spPr>
            <a:xfrm>
              <a:off x="1617301" y="1619624"/>
              <a:ext cx="1620000" cy="162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548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7DEC01-36C1-CB8D-E79C-BF027B55F8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27118"/>
            <a:ext cx="1627119" cy="1627119"/>
          </a:xfrm>
          <a:prstGeom prst="rect">
            <a:avLst/>
          </a:prstGeom>
        </p:spPr>
      </p:pic>
      <p:pic>
        <p:nvPicPr>
          <p:cNvPr id="12" name="그림 11" descr="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3CEDAA-E193-EFB9-E355-55982A66CA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081"/>
          <a:stretch>
            <a:fillRect/>
          </a:stretch>
        </p:blipFill>
        <p:spPr>
          <a:xfrm>
            <a:off x="2" y="1627118"/>
            <a:ext cx="210206" cy="1627119"/>
          </a:xfrm>
          <a:prstGeom prst="rect">
            <a:avLst/>
          </a:prstGeom>
        </p:spPr>
      </p:pic>
      <p:pic>
        <p:nvPicPr>
          <p:cNvPr id="13" name="그림 12" descr="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3239DF-2907-BA42-B1CD-518E224BB4B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120" y="1627118"/>
            <a:ext cx="1627119" cy="1627119"/>
          </a:xfrm>
          <a:prstGeom prst="rect">
            <a:avLst/>
          </a:prstGeom>
        </p:spPr>
      </p:pic>
      <p:pic>
        <p:nvPicPr>
          <p:cNvPr id="14" name="그림 13" descr="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4C4018-E539-4558-437E-BF388702AA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83"/>
          <a:stretch>
            <a:fillRect/>
          </a:stretch>
        </p:blipFill>
        <p:spPr>
          <a:xfrm>
            <a:off x="1627121" y="1627118"/>
            <a:ext cx="664136" cy="1627119"/>
          </a:xfrm>
          <a:prstGeom prst="rect">
            <a:avLst/>
          </a:prstGeom>
        </p:spPr>
      </p:pic>
      <p:pic>
        <p:nvPicPr>
          <p:cNvPr id="15" name="그림 14" descr="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E760FC-CEB1-65BB-D307-C9105921221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54237"/>
            <a:ext cx="1627119" cy="1627119"/>
          </a:xfrm>
          <a:prstGeom prst="rect">
            <a:avLst/>
          </a:prstGeom>
        </p:spPr>
      </p:pic>
      <p:pic>
        <p:nvPicPr>
          <p:cNvPr id="16" name="그림 15" descr="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0489F9-57AC-DCF9-0E77-E377ACC255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817"/>
          <a:stretch>
            <a:fillRect/>
          </a:stretch>
        </p:blipFill>
        <p:spPr>
          <a:xfrm>
            <a:off x="2" y="3254237"/>
            <a:ext cx="962982" cy="1627119"/>
          </a:xfrm>
          <a:prstGeom prst="rect">
            <a:avLst/>
          </a:prstGeom>
        </p:spPr>
      </p:pic>
      <p:pic>
        <p:nvPicPr>
          <p:cNvPr id="17" name="그림 16" descr="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0FB50-E194-5DDB-A8EA-3F46ACCAD4D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120" y="3254237"/>
            <a:ext cx="1627119" cy="1627119"/>
          </a:xfrm>
          <a:prstGeom prst="rect">
            <a:avLst/>
          </a:prstGeom>
        </p:spPr>
      </p:pic>
      <p:pic>
        <p:nvPicPr>
          <p:cNvPr id="18" name="그림 17" descr="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18A7D4-046F-2A88-37F9-472A4E45815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120" y="3254237"/>
            <a:ext cx="1627119" cy="1627119"/>
          </a:xfrm>
          <a:prstGeom prst="rect">
            <a:avLst/>
          </a:prstGeom>
        </p:spPr>
      </p:pic>
      <p:pic>
        <p:nvPicPr>
          <p:cNvPr id="5" name="그림 4" descr="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B2C917-00A4-35DA-E6D9-76012FA108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7120" y="-1"/>
            <a:ext cx="1627118" cy="1627119"/>
          </a:xfrm>
          <a:prstGeom prst="rect">
            <a:avLst/>
          </a:prstGeom>
        </p:spPr>
      </p:pic>
      <p:pic>
        <p:nvPicPr>
          <p:cNvPr id="39" name="그림 38" descr="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44FC3B-30E7-9D8E-DA00-FD0B0183F0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"/>
            <a:ext cx="1627119" cy="1627119"/>
          </a:xfrm>
          <a:custGeom>
            <a:avLst/>
            <a:gdLst>
              <a:gd name="csX0" fmla="*/ 610414 w 1627119"/>
              <a:gd name="csY0" fmla="*/ 1131829 h 1627119"/>
              <a:gd name="csX1" fmla="*/ 587028 w 1627119"/>
              <a:gd name="csY1" fmla="*/ 1627119 h 1627119"/>
              <a:gd name="csX2" fmla="*/ 134122 w 1627119"/>
              <a:gd name="csY2" fmla="*/ 1627119 h 1627119"/>
              <a:gd name="csX3" fmla="*/ 504494 w 1627119"/>
              <a:gd name="csY3" fmla="*/ 1163884 h 1627119"/>
              <a:gd name="csX4" fmla="*/ 925429 w 1627119"/>
              <a:gd name="csY4" fmla="*/ 1036495 h 1627119"/>
              <a:gd name="csX5" fmla="*/ 1048934 w 1627119"/>
              <a:gd name="csY5" fmla="*/ 1627119 h 1627119"/>
              <a:gd name="csX6" fmla="*/ 632798 w 1627119"/>
              <a:gd name="csY6" fmla="*/ 1627119 h 1627119"/>
              <a:gd name="csX7" fmla="*/ 656847 w 1627119"/>
              <a:gd name="csY7" fmla="*/ 1117776 h 1627119"/>
              <a:gd name="csX8" fmla="*/ 615453 w 1627119"/>
              <a:gd name="csY8" fmla="*/ 1025106 h 1627119"/>
              <a:gd name="csX9" fmla="*/ 612701 w 1627119"/>
              <a:gd name="csY9" fmla="*/ 1083370 h 1627119"/>
              <a:gd name="csX10" fmla="*/ 554877 w 1627119"/>
              <a:gd name="csY10" fmla="*/ 1100870 h 1627119"/>
              <a:gd name="csX11" fmla="*/ 1133444 w 1627119"/>
              <a:gd name="csY11" fmla="*/ 973543 h 1627119"/>
              <a:gd name="csX12" fmla="*/ 1373573 w 1627119"/>
              <a:gd name="csY12" fmla="*/ 1627119 h 1627119"/>
              <a:gd name="csX13" fmla="*/ 1095642 w 1627119"/>
              <a:gd name="csY13" fmla="*/ 1627119 h 1627119"/>
              <a:gd name="csX14" fmla="*/ 969357 w 1627119"/>
              <a:gd name="csY14" fmla="*/ 1023201 h 1627119"/>
              <a:gd name="csX15" fmla="*/ 1160245 w 1627119"/>
              <a:gd name="csY15" fmla="*/ 913919 h 1627119"/>
              <a:gd name="csX16" fmla="*/ 1163121 w 1627119"/>
              <a:gd name="csY16" fmla="*/ 916794 h 1627119"/>
              <a:gd name="csX17" fmla="*/ 1161483 w 1627119"/>
              <a:gd name="csY17" fmla="*/ 917290 h 1627119"/>
              <a:gd name="csX18" fmla="*/ 1627119 w 1627119"/>
              <a:gd name="csY18" fmla="*/ 824140 h 1627119"/>
              <a:gd name="csX19" fmla="*/ 1627119 w 1627119"/>
              <a:gd name="csY19" fmla="*/ 1627119 h 1627119"/>
              <a:gd name="csX20" fmla="*/ 1422280 w 1627119"/>
              <a:gd name="csY20" fmla="*/ 1627119 h 1627119"/>
              <a:gd name="csX21" fmla="*/ 1177277 w 1627119"/>
              <a:gd name="csY21" fmla="*/ 960277 h 1627119"/>
              <a:gd name="csX22" fmla="*/ 1199791 w 1627119"/>
              <a:gd name="csY22" fmla="*/ 953464 h 1627119"/>
              <a:gd name="csX23" fmla="*/ 1594790 w 1627119"/>
              <a:gd name="csY23" fmla="*/ 1348464 h 1627119"/>
              <a:gd name="csX24" fmla="*/ 1627118 w 1627119"/>
              <a:gd name="csY24" fmla="*/ 1316136 h 1627119"/>
              <a:gd name="csX25" fmla="*/ 1249425 w 1627119"/>
              <a:gd name="csY25" fmla="*/ 938443 h 1627119"/>
              <a:gd name="csX26" fmla="*/ 859278 w 1627119"/>
              <a:gd name="csY26" fmla="*/ 720147 h 1627119"/>
              <a:gd name="csX27" fmla="*/ 916035 w 1627119"/>
              <a:gd name="csY27" fmla="*/ 991571 h 1627119"/>
              <a:gd name="csX28" fmla="*/ 659135 w 1627119"/>
              <a:gd name="csY28" fmla="*/ 1069317 h 1627119"/>
              <a:gd name="csX29" fmla="*/ 664095 w 1627119"/>
              <a:gd name="csY29" fmla="*/ 964268 h 1627119"/>
              <a:gd name="csX30" fmla="*/ 631895 w 1627119"/>
              <a:gd name="csY30" fmla="*/ 676880 h 1627119"/>
              <a:gd name="csX31" fmla="*/ 619126 w 1627119"/>
              <a:gd name="csY31" fmla="*/ 947299 h 1627119"/>
              <a:gd name="csX32" fmla="*/ 477657 w 1627119"/>
              <a:gd name="csY32" fmla="*/ 1124239 h 1627119"/>
              <a:gd name="csX33" fmla="*/ 188145 w 1627119"/>
              <a:gd name="csY33" fmla="*/ 1211855 h 1627119"/>
              <a:gd name="csX34" fmla="*/ 201388 w 1627119"/>
              <a:gd name="csY34" fmla="*/ 1255614 h 1627119"/>
              <a:gd name="csX35" fmla="*/ 427275 w 1627119"/>
              <a:gd name="csY35" fmla="*/ 1187253 h 1627119"/>
              <a:gd name="csX36" fmla="*/ 75586 w 1627119"/>
              <a:gd name="csY36" fmla="*/ 1627119 h 1627119"/>
              <a:gd name="csX37" fmla="*/ 0 w 1627119"/>
              <a:gd name="csY37" fmla="*/ 1627119 h 1627119"/>
              <a:gd name="csX38" fmla="*/ 0 w 1627119"/>
              <a:gd name="csY38" fmla="*/ 1029184 h 1627119"/>
              <a:gd name="csX39" fmla="*/ 906904 w 1627119"/>
              <a:gd name="csY39" fmla="*/ 660579 h 1627119"/>
              <a:gd name="csX40" fmla="*/ 1083248 w 1627119"/>
              <a:gd name="csY40" fmla="*/ 836923 h 1627119"/>
              <a:gd name="csX41" fmla="*/ 1117651 w 1627119"/>
              <a:gd name="csY41" fmla="*/ 930555 h 1627119"/>
              <a:gd name="csX42" fmla="*/ 959963 w 1627119"/>
              <a:gd name="csY42" fmla="*/ 978277 h 1627119"/>
              <a:gd name="csX43" fmla="*/ 896302 w 1627119"/>
              <a:gd name="csY43" fmla="*/ 673840 h 1627119"/>
              <a:gd name="csX44" fmla="*/ 818928 w 1627119"/>
              <a:gd name="csY44" fmla="*/ 572602 h 1627119"/>
              <a:gd name="csX45" fmla="*/ 830935 w 1627119"/>
              <a:gd name="csY45" fmla="*/ 584610 h 1627119"/>
              <a:gd name="csX46" fmla="*/ 847142 w 1627119"/>
              <a:gd name="csY46" fmla="*/ 662113 h 1627119"/>
              <a:gd name="csX47" fmla="*/ 667768 w 1627119"/>
              <a:gd name="csY47" fmla="*/ 886461 h 1627119"/>
              <a:gd name="csX48" fmla="*/ 678901 w 1627119"/>
              <a:gd name="csY48" fmla="*/ 650672 h 1627119"/>
              <a:gd name="csX49" fmla="*/ 983336 w 1627119"/>
              <a:gd name="csY49" fmla="*/ 564984 h 1627119"/>
              <a:gd name="csX50" fmla="*/ 1045697 w 1627119"/>
              <a:gd name="csY50" fmla="*/ 734715 h 1627119"/>
              <a:gd name="csX51" fmla="*/ 935632 w 1627119"/>
              <a:gd name="csY51" fmla="*/ 624650 h 1627119"/>
              <a:gd name="csX52" fmla="*/ 1022098 w 1627119"/>
              <a:gd name="csY52" fmla="*/ 516503 h 1627119"/>
              <a:gd name="csX53" fmla="*/ 1627119 w 1627119"/>
              <a:gd name="csY53" fmla="*/ 652344 h 1627119"/>
              <a:gd name="csX54" fmla="*/ 1627119 w 1627119"/>
              <a:gd name="csY54" fmla="*/ 776373 h 1627119"/>
              <a:gd name="csX55" fmla="*/ 1212756 w 1627119"/>
              <a:gd name="csY55" fmla="*/ 901774 h 1627119"/>
              <a:gd name="csX56" fmla="*/ 1122693 w 1627119"/>
              <a:gd name="csY56" fmla="*/ 811710 h 1627119"/>
              <a:gd name="csX57" fmla="*/ 1016708 w 1627119"/>
              <a:gd name="csY57" fmla="*/ 523245 h 1627119"/>
              <a:gd name="csX58" fmla="*/ 948990 w 1627119"/>
              <a:gd name="csY58" fmla="*/ 500089 h 1627119"/>
              <a:gd name="csX59" fmla="*/ 960437 w 1627119"/>
              <a:gd name="csY59" fmla="*/ 502659 h 1627119"/>
              <a:gd name="csX60" fmla="*/ 964907 w 1627119"/>
              <a:gd name="csY60" fmla="*/ 514823 h 1627119"/>
              <a:gd name="csX61" fmla="*/ 903104 w 1627119"/>
              <a:gd name="csY61" fmla="*/ 592121 h 1627119"/>
              <a:gd name="csX62" fmla="*/ 872898 w 1627119"/>
              <a:gd name="csY62" fmla="*/ 561915 h 1627119"/>
              <a:gd name="csX63" fmla="*/ 870809 w 1627119"/>
              <a:gd name="csY63" fmla="*/ 551924 h 1627119"/>
              <a:gd name="csX64" fmla="*/ 864274 w 1627119"/>
              <a:gd name="csY64" fmla="*/ 553291 h 1627119"/>
              <a:gd name="csX65" fmla="*/ 860440 w 1627119"/>
              <a:gd name="csY65" fmla="*/ 549457 h 1627119"/>
              <a:gd name="csX66" fmla="*/ 771139 w 1627119"/>
              <a:gd name="csY66" fmla="*/ 460157 h 1627119"/>
              <a:gd name="csX67" fmla="*/ 882058 w 1627119"/>
              <a:gd name="csY67" fmla="*/ 485060 h 1627119"/>
              <a:gd name="csX68" fmla="*/ 826833 w 1627119"/>
              <a:gd name="csY68" fmla="*/ 515851 h 1627119"/>
              <a:gd name="csX69" fmla="*/ 688735 w 1627119"/>
              <a:gd name="csY69" fmla="*/ 442409 h 1627119"/>
              <a:gd name="csX70" fmla="*/ 785321 w 1627119"/>
              <a:gd name="csY70" fmla="*/ 538994 h 1627119"/>
              <a:gd name="csX71" fmla="*/ 681440 w 1627119"/>
              <a:gd name="csY71" fmla="*/ 596912 h 1627119"/>
              <a:gd name="csX72" fmla="*/ 0 w 1627119"/>
              <a:gd name="csY72" fmla="*/ 287019 h 1627119"/>
              <a:gd name="csX73" fmla="*/ 643481 w 1627119"/>
              <a:gd name="csY73" fmla="*/ 431495 h 1627119"/>
              <a:gd name="csX74" fmla="*/ 634433 w 1627119"/>
              <a:gd name="csY74" fmla="*/ 623121 h 1627119"/>
              <a:gd name="csX75" fmla="*/ 0 w 1627119"/>
              <a:gd name="csY75" fmla="*/ 976839 h 1627119"/>
              <a:gd name="csX76" fmla="*/ 824464 w 1627119"/>
              <a:gd name="csY76" fmla="*/ 0 h 1627119"/>
              <a:gd name="csX77" fmla="*/ 1627119 w 1627119"/>
              <a:gd name="csY77" fmla="*/ 0 h 1627119"/>
              <a:gd name="csX78" fmla="*/ 1627119 w 1627119"/>
              <a:gd name="csY78" fmla="*/ 605487 h 1627119"/>
              <a:gd name="csX79" fmla="*/ 1008905 w 1627119"/>
              <a:gd name="csY79" fmla="*/ 466684 h 1627119"/>
              <a:gd name="csX80" fmla="*/ 1504474 w 1627119"/>
              <a:gd name="csY80" fmla="*/ 190386 h 1627119"/>
              <a:gd name="csX81" fmla="*/ 1482210 w 1627119"/>
              <a:gd name="csY81" fmla="*/ 150455 h 1627119"/>
              <a:gd name="csX82" fmla="*/ 982171 w 1627119"/>
              <a:gd name="csY82" fmla="*/ 429244 h 1627119"/>
              <a:gd name="csX83" fmla="*/ 709624 w 1627119"/>
              <a:gd name="csY83" fmla="*/ 0 h 1627119"/>
              <a:gd name="csX84" fmla="*/ 775757 w 1627119"/>
              <a:gd name="csY84" fmla="*/ 0 h 1627119"/>
              <a:gd name="csX85" fmla="*/ 941674 w 1627119"/>
              <a:gd name="csY85" fmla="*/ 451588 h 1627119"/>
              <a:gd name="csX86" fmla="*/ 710715 w 1627119"/>
              <a:gd name="csY86" fmla="*/ 399734 h 1627119"/>
              <a:gd name="csX87" fmla="*/ 691650 w 1627119"/>
              <a:gd name="csY87" fmla="*/ 380668 h 1627119"/>
              <a:gd name="csX88" fmla="*/ 310982 w 1627119"/>
              <a:gd name="csY88" fmla="*/ 0 h 1627119"/>
              <a:gd name="csX89" fmla="*/ 663855 w 1627119"/>
              <a:gd name="csY89" fmla="*/ 0 h 1627119"/>
              <a:gd name="csX90" fmla="*/ 647944 w 1627119"/>
              <a:gd name="csY90" fmla="*/ 336962 h 1627119"/>
              <a:gd name="csX91" fmla="*/ 0 w 1627119"/>
              <a:gd name="csY91" fmla="*/ 0 h 1627119"/>
              <a:gd name="csX92" fmla="*/ 277384 w 1627119"/>
              <a:gd name="csY92" fmla="*/ 0 h 1627119"/>
              <a:gd name="csX93" fmla="*/ 261855 w 1627119"/>
              <a:gd name="csY93" fmla="*/ 15529 h 1627119"/>
              <a:gd name="csX94" fmla="*/ 627339 w 1627119"/>
              <a:gd name="csY94" fmla="*/ 381013 h 1627119"/>
              <a:gd name="csX95" fmla="*/ 0 w 1627119"/>
              <a:gd name="csY95" fmla="*/ 240162 h 1627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</a:cxnLst>
            <a:rect l="l" t="t" r="r" b="b"/>
            <a:pathLst>
              <a:path w="1627119" h="1627119">
                <a:moveTo>
                  <a:pt x="610414" y="1131829"/>
                </a:moveTo>
                <a:lnTo>
                  <a:pt x="587028" y="1627119"/>
                </a:lnTo>
                <a:lnTo>
                  <a:pt x="134122" y="1627119"/>
                </a:lnTo>
                <a:lnTo>
                  <a:pt x="504494" y="1163884"/>
                </a:lnTo>
                <a:close/>
                <a:moveTo>
                  <a:pt x="925429" y="1036495"/>
                </a:moveTo>
                <a:lnTo>
                  <a:pt x="1048934" y="1627119"/>
                </a:lnTo>
                <a:lnTo>
                  <a:pt x="632798" y="1627119"/>
                </a:lnTo>
                <a:lnTo>
                  <a:pt x="656847" y="1117776"/>
                </a:lnTo>
                <a:close/>
                <a:moveTo>
                  <a:pt x="615453" y="1025106"/>
                </a:moveTo>
                <a:lnTo>
                  <a:pt x="612701" y="1083370"/>
                </a:lnTo>
                <a:lnTo>
                  <a:pt x="554877" y="1100870"/>
                </a:lnTo>
                <a:close/>
                <a:moveTo>
                  <a:pt x="1133444" y="973543"/>
                </a:moveTo>
                <a:lnTo>
                  <a:pt x="1373573" y="1627119"/>
                </a:lnTo>
                <a:lnTo>
                  <a:pt x="1095642" y="1627119"/>
                </a:lnTo>
                <a:lnTo>
                  <a:pt x="969357" y="1023201"/>
                </a:lnTo>
                <a:close/>
                <a:moveTo>
                  <a:pt x="1160245" y="913919"/>
                </a:moveTo>
                <a:lnTo>
                  <a:pt x="1163121" y="916794"/>
                </a:lnTo>
                <a:lnTo>
                  <a:pt x="1161483" y="917290"/>
                </a:lnTo>
                <a:close/>
                <a:moveTo>
                  <a:pt x="1627119" y="824140"/>
                </a:moveTo>
                <a:lnTo>
                  <a:pt x="1627119" y="1627119"/>
                </a:lnTo>
                <a:lnTo>
                  <a:pt x="1422280" y="1627119"/>
                </a:lnTo>
                <a:lnTo>
                  <a:pt x="1177277" y="960277"/>
                </a:lnTo>
                <a:lnTo>
                  <a:pt x="1199791" y="953464"/>
                </a:lnTo>
                <a:lnTo>
                  <a:pt x="1594790" y="1348464"/>
                </a:lnTo>
                <a:lnTo>
                  <a:pt x="1627118" y="1316136"/>
                </a:lnTo>
                <a:lnTo>
                  <a:pt x="1249425" y="938443"/>
                </a:lnTo>
                <a:close/>
                <a:moveTo>
                  <a:pt x="859278" y="720147"/>
                </a:moveTo>
                <a:lnTo>
                  <a:pt x="916035" y="991571"/>
                </a:lnTo>
                <a:lnTo>
                  <a:pt x="659135" y="1069317"/>
                </a:lnTo>
                <a:lnTo>
                  <a:pt x="664095" y="964268"/>
                </a:lnTo>
                <a:close/>
                <a:moveTo>
                  <a:pt x="631895" y="676880"/>
                </a:moveTo>
                <a:lnTo>
                  <a:pt x="619126" y="947299"/>
                </a:lnTo>
                <a:lnTo>
                  <a:pt x="477657" y="1124239"/>
                </a:lnTo>
                <a:lnTo>
                  <a:pt x="188145" y="1211855"/>
                </a:lnTo>
                <a:lnTo>
                  <a:pt x="201388" y="1255614"/>
                </a:lnTo>
                <a:lnTo>
                  <a:pt x="427275" y="1187253"/>
                </a:lnTo>
                <a:lnTo>
                  <a:pt x="75586" y="1627119"/>
                </a:lnTo>
                <a:lnTo>
                  <a:pt x="0" y="1627119"/>
                </a:lnTo>
                <a:lnTo>
                  <a:pt x="0" y="1029184"/>
                </a:lnTo>
                <a:close/>
                <a:moveTo>
                  <a:pt x="906904" y="660579"/>
                </a:moveTo>
                <a:lnTo>
                  <a:pt x="1083248" y="836923"/>
                </a:lnTo>
                <a:lnTo>
                  <a:pt x="1117651" y="930555"/>
                </a:lnTo>
                <a:lnTo>
                  <a:pt x="959963" y="978277"/>
                </a:lnTo>
                <a:lnTo>
                  <a:pt x="896302" y="673840"/>
                </a:lnTo>
                <a:close/>
                <a:moveTo>
                  <a:pt x="818928" y="572602"/>
                </a:moveTo>
                <a:lnTo>
                  <a:pt x="830935" y="584610"/>
                </a:lnTo>
                <a:lnTo>
                  <a:pt x="847142" y="662113"/>
                </a:lnTo>
                <a:lnTo>
                  <a:pt x="667768" y="886461"/>
                </a:lnTo>
                <a:lnTo>
                  <a:pt x="678901" y="650672"/>
                </a:lnTo>
                <a:close/>
                <a:moveTo>
                  <a:pt x="983336" y="564984"/>
                </a:moveTo>
                <a:lnTo>
                  <a:pt x="1045697" y="734715"/>
                </a:lnTo>
                <a:lnTo>
                  <a:pt x="935632" y="624650"/>
                </a:lnTo>
                <a:close/>
                <a:moveTo>
                  <a:pt x="1022098" y="516503"/>
                </a:moveTo>
                <a:lnTo>
                  <a:pt x="1627119" y="652344"/>
                </a:lnTo>
                <a:lnTo>
                  <a:pt x="1627119" y="776373"/>
                </a:lnTo>
                <a:lnTo>
                  <a:pt x="1212756" y="901774"/>
                </a:lnTo>
                <a:lnTo>
                  <a:pt x="1122693" y="811710"/>
                </a:lnTo>
                <a:lnTo>
                  <a:pt x="1016708" y="523245"/>
                </a:lnTo>
                <a:close/>
                <a:moveTo>
                  <a:pt x="948990" y="500089"/>
                </a:moveTo>
                <a:lnTo>
                  <a:pt x="960437" y="502659"/>
                </a:lnTo>
                <a:lnTo>
                  <a:pt x="964907" y="514823"/>
                </a:lnTo>
                <a:lnTo>
                  <a:pt x="903104" y="592121"/>
                </a:lnTo>
                <a:lnTo>
                  <a:pt x="872898" y="561915"/>
                </a:lnTo>
                <a:lnTo>
                  <a:pt x="870809" y="551924"/>
                </a:lnTo>
                <a:lnTo>
                  <a:pt x="864274" y="553291"/>
                </a:lnTo>
                <a:lnTo>
                  <a:pt x="860440" y="549457"/>
                </a:lnTo>
                <a:close/>
                <a:moveTo>
                  <a:pt x="771139" y="460157"/>
                </a:moveTo>
                <a:lnTo>
                  <a:pt x="882058" y="485060"/>
                </a:lnTo>
                <a:lnTo>
                  <a:pt x="826833" y="515851"/>
                </a:lnTo>
                <a:close/>
                <a:moveTo>
                  <a:pt x="688735" y="442409"/>
                </a:moveTo>
                <a:lnTo>
                  <a:pt x="785321" y="538994"/>
                </a:lnTo>
                <a:lnTo>
                  <a:pt x="681440" y="596912"/>
                </a:lnTo>
                <a:close/>
                <a:moveTo>
                  <a:pt x="0" y="287019"/>
                </a:moveTo>
                <a:lnTo>
                  <a:pt x="643481" y="431495"/>
                </a:lnTo>
                <a:lnTo>
                  <a:pt x="634433" y="623121"/>
                </a:lnTo>
                <a:lnTo>
                  <a:pt x="0" y="976839"/>
                </a:lnTo>
                <a:close/>
                <a:moveTo>
                  <a:pt x="824464" y="0"/>
                </a:moveTo>
                <a:lnTo>
                  <a:pt x="1627119" y="0"/>
                </a:lnTo>
                <a:lnTo>
                  <a:pt x="1627119" y="605487"/>
                </a:lnTo>
                <a:lnTo>
                  <a:pt x="1008905" y="466684"/>
                </a:lnTo>
                <a:lnTo>
                  <a:pt x="1504474" y="190386"/>
                </a:lnTo>
                <a:lnTo>
                  <a:pt x="1482210" y="150455"/>
                </a:lnTo>
                <a:lnTo>
                  <a:pt x="982171" y="429244"/>
                </a:lnTo>
                <a:close/>
                <a:moveTo>
                  <a:pt x="709624" y="0"/>
                </a:moveTo>
                <a:lnTo>
                  <a:pt x="775757" y="0"/>
                </a:lnTo>
                <a:lnTo>
                  <a:pt x="941674" y="451588"/>
                </a:lnTo>
                <a:lnTo>
                  <a:pt x="710715" y="399734"/>
                </a:lnTo>
                <a:lnTo>
                  <a:pt x="691650" y="380668"/>
                </a:lnTo>
                <a:close/>
                <a:moveTo>
                  <a:pt x="310982" y="0"/>
                </a:moveTo>
                <a:lnTo>
                  <a:pt x="663855" y="0"/>
                </a:lnTo>
                <a:lnTo>
                  <a:pt x="647944" y="336962"/>
                </a:lnTo>
                <a:close/>
                <a:moveTo>
                  <a:pt x="0" y="0"/>
                </a:moveTo>
                <a:lnTo>
                  <a:pt x="277384" y="0"/>
                </a:lnTo>
                <a:lnTo>
                  <a:pt x="261855" y="15529"/>
                </a:lnTo>
                <a:lnTo>
                  <a:pt x="627339" y="381013"/>
                </a:lnTo>
                <a:lnTo>
                  <a:pt x="0" y="2401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9643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상징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70DD3F-EFCF-CBE8-B5BC-9B454B81C6B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5" r="-967" b="49957"/>
          <a:stretch>
            <a:fillRect/>
          </a:stretch>
        </p:blipFill>
        <p:spPr>
          <a:xfrm>
            <a:off x="1620000" y="-375"/>
            <a:ext cx="1620000" cy="1620000"/>
          </a:xfrm>
          <a:prstGeom prst="rect">
            <a:avLst/>
          </a:prstGeom>
        </p:spPr>
      </p:pic>
      <p:pic>
        <p:nvPicPr>
          <p:cNvPr id="91" name="그림 90" descr="원, 토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1B498C-6AEF-E7C4-9CB7-9BB8001092D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17" t="15461" b="7884"/>
          <a:stretch>
            <a:fillRect/>
          </a:stretch>
        </p:blipFill>
        <p:spPr>
          <a:xfrm>
            <a:off x="3330000" y="90000"/>
            <a:ext cx="1440000" cy="1440000"/>
          </a:xfrm>
          <a:custGeom>
            <a:avLst/>
            <a:gdLst>
              <a:gd name="csX0" fmla="*/ 0 w 1454150"/>
              <a:gd name="csY0" fmla="*/ 0 h 1416800"/>
              <a:gd name="csX1" fmla="*/ 1454150 w 1454150"/>
              <a:gd name="csY1" fmla="*/ 0 h 1416800"/>
              <a:gd name="csX2" fmla="*/ 1454150 w 1454150"/>
              <a:gd name="csY2" fmla="*/ 1416800 h 1416800"/>
              <a:gd name="csX3" fmla="*/ 250525 w 1454150"/>
              <a:gd name="csY3" fmla="*/ 1416800 h 1416800"/>
              <a:gd name="csX4" fmla="*/ 324049 w 1454150"/>
              <a:gd name="csY4" fmla="*/ 1409996 h 1416800"/>
              <a:gd name="csX5" fmla="*/ 832505 w 1454150"/>
              <a:gd name="csY5" fmla="*/ 1181308 h 1416800"/>
              <a:gd name="csX6" fmla="*/ 0 w 1454150"/>
              <a:gd name="csY6" fmla="*/ 933116 h 141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54150" h="1416800">
                <a:moveTo>
                  <a:pt x="0" y="0"/>
                </a:moveTo>
                <a:lnTo>
                  <a:pt x="1454150" y="0"/>
                </a:lnTo>
                <a:lnTo>
                  <a:pt x="1454150" y="1416800"/>
                </a:lnTo>
                <a:lnTo>
                  <a:pt x="250525" y="1416800"/>
                </a:lnTo>
                <a:lnTo>
                  <a:pt x="324049" y="1409996"/>
                </a:lnTo>
                <a:cubicBezTo>
                  <a:pt x="622847" y="1372318"/>
                  <a:pt x="832505" y="1284113"/>
                  <a:pt x="832505" y="1181308"/>
                </a:cubicBezTo>
                <a:cubicBezTo>
                  <a:pt x="832505" y="1044235"/>
                  <a:pt x="459780" y="933116"/>
                  <a:pt x="0" y="933116"/>
                </a:cubicBezTo>
                <a:close/>
              </a:path>
            </a:pathLst>
          </a:custGeom>
        </p:spPr>
      </p:pic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F5B2720-3972-A035-A265-E0738EDDD979}"/>
              </a:ext>
            </a:extLst>
          </p:cNvPr>
          <p:cNvGrpSpPr/>
          <p:nvPr/>
        </p:nvGrpSpPr>
        <p:grpSpPr>
          <a:xfrm>
            <a:off x="240088" y="1718161"/>
            <a:ext cx="1289912" cy="1431839"/>
            <a:chOff x="240088" y="1718161"/>
            <a:chExt cx="1289912" cy="1431839"/>
          </a:xfrm>
        </p:grpSpPr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3A3BE761-10B8-6AD3-64FA-26BB2BEF7390}"/>
                </a:ext>
              </a:extLst>
            </p:cNvPr>
            <p:cNvSpPr/>
            <p:nvPr/>
          </p:nvSpPr>
          <p:spPr>
            <a:xfrm>
              <a:off x="240088" y="1718161"/>
              <a:ext cx="950387" cy="1423677"/>
            </a:xfrm>
            <a:custGeom>
              <a:avLst/>
              <a:gdLst>
                <a:gd name="csX0" fmla="*/ 569913 w 950387"/>
                <a:gd name="csY0" fmla="*/ 628340 h 1423677"/>
                <a:gd name="csX1" fmla="*/ 888557 w 950387"/>
                <a:gd name="csY1" fmla="*/ 750954 h 1423677"/>
                <a:gd name="csX2" fmla="*/ 950387 w 950387"/>
                <a:gd name="csY2" fmla="*/ 815220 h 1423677"/>
                <a:gd name="csX3" fmla="*/ 942365 w 950387"/>
                <a:gd name="csY3" fmla="*/ 816028 h 1423677"/>
                <a:gd name="csX4" fmla="*/ 667098 w 950387"/>
                <a:gd name="csY4" fmla="*/ 1153769 h 1423677"/>
                <a:gd name="csX5" fmla="*/ 768072 w 950387"/>
                <a:gd name="csY5" fmla="*/ 1397541 h 1423677"/>
                <a:gd name="csX6" fmla="*/ 799750 w 950387"/>
                <a:gd name="csY6" fmla="*/ 1423677 h 1423677"/>
                <a:gd name="csX7" fmla="*/ 6193 w 950387"/>
                <a:gd name="csY7" fmla="*/ 1423677 h 1423677"/>
                <a:gd name="csX8" fmla="*/ 0 w 950387"/>
                <a:gd name="csY8" fmla="*/ 1346287 h 1423677"/>
                <a:gd name="csX9" fmla="*/ 569913 w 950387"/>
                <a:gd name="csY9" fmla="*/ 628340 h 1423677"/>
                <a:gd name="csX10" fmla="*/ 569913 w 950387"/>
                <a:gd name="csY10" fmla="*/ 0 h 1423677"/>
                <a:gd name="csX11" fmla="*/ 850348 w 950387"/>
                <a:gd name="csY11" fmla="*/ 280435 h 1423677"/>
                <a:gd name="csX12" fmla="*/ 569913 w 950387"/>
                <a:gd name="csY12" fmla="*/ 560870 h 1423677"/>
                <a:gd name="csX13" fmla="*/ 289478 w 950387"/>
                <a:gd name="csY13" fmla="*/ 280435 h 1423677"/>
                <a:gd name="csX14" fmla="*/ 569913 w 950387"/>
                <a:gd name="csY14" fmla="*/ 0 h 1423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50387" h="1423677">
                  <a:moveTo>
                    <a:pt x="569913" y="628340"/>
                  </a:moveTo>
                  <a:cubicBezTo>
                    <a:pt x="687946" y="628340"/>
                    <a:pt x="797598" y="673542"/>
                    <a:pt x="888557" y="750954"/>
                  </a:cubicBezTo>
                  <a:lnTo>
                    <a:pt x="950387" y="815220"/>
                  </a:lnTo>
                  <a:lnTo>
                    <a:pt x="942365" y="816028"/>
                  </a:lnTo>
                  <a:cubicBezTo>
                    <a:pt x="785271" y="848175"/>
                    <a:pt x="667098" y="987172"/>
                    <a:pt x="667098" y="1153769"/>
                  </a:cubicBezTo>
                  <a:cubicBezTo>
                    <a:pt x="667098" y="1248968"/>
                    <a:pt x="705685" y="1335154"/>
                    <a:pt x="768072" y="1397541"/>
                  </a:cubicBezTo>
                  <a:lnTo>
                    <a:pt x="799750" y="1423677"/>
                  </a:lnTo>
                  <a:lnTo>
                    <a:pt x="6193" y="1423677"/>
                  </a:lnTo>
                  <a:lnTo>
                    <a:pt x="0" y="1346287"/>
                  </a:lnTo>
                  <a:cubicBezTo>
                    <a:pt x="0" y="949776"/>
                    <a:pt x="255159" y="628340"/>
                    <a:pt x="569913" y="628340"/>
                  </a:cubicBezTo>
                  <a:close/>
                  <a:moveTo>
                    <a:pt x="569913" y="0"/>
                  </a:moveTo>
                  <a:cubicBezTo>
                    <a:pt x="724793" y="0"/>
                    <a:pt x="850348" y="125555"/>
                    <a:pt x="850348" y="280435"/>
                  </a:cubicBezTo>
                  <a:cubicBezTo>
                    <a:pt x="850348" y="435315"/>
                    <a:pt x="724793" y="560870"/>
                    <a:pt x="569913" y="560870"/>
                  </a:cubicBezTo>
                  <a:cubicBezTo>
                    <a:pt x="415033" y="560870"/>
                    <a:pt x="289478" y="435315"/>
                    <a:pt x="289478" y="280435"/>
                  </a:cubicBezTo>
                  <a:cubicBezTo>
                    <a:pt x="289478" y="125555"/>
                    <a:pt x="415033" y="0"/>
                    <a:pt x="5699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3F265DB7-4D8F-8F53-8431-602AC4A59C2A}"/>
                </a:ext>
              </a:extLst>
            </p:cNvPr>
            <p:cNvSpPr/>
            <p:nvPr/>
          </p:nvSpPr>
          <p:spPr>
            <a:xfrm>
              <a:off x="973860" y="2593860"/>
              <a:ext cx="556140" cy="556140"/>
            </a:xfrm>
            <a:custGeom>
              <a:avLst/>
              <a:gdLst>
                <a:gd name="csX0" fmla="*/ 234017 w 556140"/>
                <a:gd name="csY0" fmla="*/ 106620 h 556140"/>
                <a:gd name="csX1" fmla="*/ 234017 w 556140"/>
                <a:gd name="csY1" fmla="*/ 234017 h 556140"/>
                <a:gd name="csX2" fmla="*/ 106620 w 556140"/>
                <a:gd name="csY2" fmla="*/ 234017 h 556140"/>
                <a:gd name="csX3" fmla="*/ 106620 w 556140"/>
                <a:gd name="csY3" fmla="*/ 322123 h 556140"/>
                <a:gd name="csX4" fmla="*/ 234017 w 556140"/>
                <a:gd name="csY4" fmla="*/ 322123 h 556140"/>
                <a:gd name="csX5" fmla="*/ 234017 w 556140"/>
                <a:gd name="csY5" fmla="*/ 449520 h 556140"/>
                <a:gd name="csX6" fmla="*/ 322123 w 556140"/>
                <a:gd name="csY6" fmla="*/ 449520 h 556140"/>
                <a:gd name="csX7" fmla="*/ 322123 w 556140"/>
                <a:gd name="csY7" fmla="*/ 322123 h 556140"/>
                <a:gd name="csX8" fmla="*/ 449520 w 556140"/>
                <a:gd name="csY8" fmla="*/ 322123 h 556140"/>
                <a:gd name="csX9" fmla="*/ 449520 w 556140"/>
                <a:gd name="csY9" fmla="*/ 234017 h 556140"/>
                <a:gd name="csX10" fmla="*/ 322123 w 556140"/>
                <a:gd name="csY10" fmla="*/ 234017 h 556140"/>
                <a:gd name="csX11" fmla="*/ 322123 w 556140"/>
                <a:gd name="csY11" fmla="*/ 106620 h 556140"/>
                <a:gd name="csX12" fmla="*/ 278070 w 556140"/>
                <a:gd name="csY12" fmla="*/ 0 h 556140"/>
                <a:gd name="csX13" fmla="*/ 556140 w 556140"/>
                <a:gd name="csY13" fmla="*/ 278070 h 556140"/>
                <a:gd name="csX14" fmla="*/ 278070 w 556140"/>
                <a:gd name="csY14" fmla="*/ 556140 h 556140"/>
                <a:gd name="csX15" fmla="*/ 0 w 556140"/>
                <a:gd name="csY15" fmla="*/ 278070 h 556140"/>
                <a:gd name="csX16" fmla="*/ 278070 w 556140"/>
                <a:gd name="csY16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56140" h="556140">
                  <a:moveTo>
                    <a:pt x="234017" y="106620"/>
                  </a:moveTo>
                  <a:lnTo>
                    <a:pt x="234017" y="234017"/>
                  </a:lnTo>
                  <a:lnTo>
                    <a:pt x="106620" y="234017"/>
                  </a:lnTo>
                  <a:lnTo>
                    <a:pt x="106620" y="322123"/>
                  </a:lnTo>
                  <a:lnTo>
                    <a:pt x="234017" y="322123"/>
                  </a:lnTo>
                  <a:lnTo>
                    <a:pt x="234017" y="449520"/>
                  </a:lnTo>
                  <a:lnTo>
                    <a:pt x="322123" y="449520"/>
                  </a:lnTo>
                  <a:lnTo>
                    <a:pt x="322123" y="322123"/>
                  </a:lnTo>
                  <a:lnTo>
                    <a:pt x="449520" y="322123"/>
                  </a:lnTo>
                  <a:lnTo>
                    <a:pt x="449520" y="234017"/>
                  </a:lnTo>
                  <a:lnTo>
                    <a:pt x="322123" y="234017"/>
                  </a:lnTo>
                  <a:lnTo>
                    <a:pt x="322123" y="106620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DF1BCD7-040C-1B69-3194-B6C641B396DE}"/>
              </a:ext>
            </a:extLst>
          </p:cNvPr>
          <p:cNvGrpSpPr/>
          <p:nvPr/>
        </p:nvGrpSpPr>
        <p:grpSpPr>
          <a:xfrm>
            <a:off x="1873209" y="1706928"/>
            <a:ext cx="1276791" cy="1439999"/>
            <a:chOff x="1873209" y="1706928"/>
            <a:chExt cx="1276791" cy="1439999"/>
          </a:xfrm>
        </p:grpSpPr>
        <p:sp>
          <p:nvSpPr>
            <p:cNvPr id="113" name="자유형: 도형 112">
              <a:extLst>
                <a:ext uri="{FF2B5EF4-FFF2-40B4-BE49-F238E27FC236}">
                  <a16:creationId xmlns:a16="http://schemas.microsoft.com/office/drawing/2014/main" id="{0DB276E0-90D1-477A-D460-5F79A23AEBD4}"/>
                </a:ext>
              </a:extLst>
            </p:cNvPr>
            <p:cNvSpPr/>
            <p:nvPr/>
          </p:nvSpPr>
          <p:spPr>
            <a:xfrm rot="10800000">
              <a:off x="1873209" y="1706928"/>
              <a:ext cx="1113584" cy="1439999"/>
            </a:xfrm>
            <a:custGeom>
              <a:avLst/>
              <a:gdLst>
                <a:gd name="csX0" fmla="*/ 720000 w 1113584"/>
                <a:gd name="csY0" fmla="*/ 1043 h 1439999"/>
                <a:gd name="csX1" fmla="*/ 719611 w 1113584"/>
                <a:gd name="csY1" fmla="*/ 446 h 1439999"/>
                <a:gd name="csX2" fmla="*/ 720000 w 1113584"/>
                <a:gd name="csY2" fmla="*/ 0 h 1439999"/>
                <a:gd name="csX3" fmla="*/ 394496 w 1113584"/>
                <a:gd name="csY3" fmla="*/ 1438956 h 1439999"/>
                <a:gd name="csX4" fmla="*/ 394969 w 1113584"/>
                <a:gd name="csY4" fmla="*/ 1436831 h 1439999"/>
                <a:gd name="csX5" fmla="*/ 394040 w 1113584"/>
                <a:gd name="csY5" fmla="*/ 1438956 h 1439999"/>
                <a:gd name="csX6" fmla="*/ 462625 w 1113584"/>
                <a:gd name="csY6" fmla="*/ 823150 h 1439999"/>
                <a:gd name="csX7" fmla="*/ 360000 w 1113584"/>
                <a:gd name="csY7" fmla="*/ 823150 h 1439999"/>
                <a:gd name="csX8" fmla="*/ 0 w 1113584"/>
                <a:gd name="csY8" fmla="*/ 823150 h 1439999"/>
                <a:gd name="csX9" fmla="*/ 181069 w 1113584"/>
                <a:gd name="csY9" fmla="*/ 616141 h 1439999"/>
                <a:gd name="csX10" fmla="*/ 184341 w 1113584"/>
                <a:gd name="csY10" fmla="*/ 615811 h 1439999"/>
                <a:gd name="csX11" fmla="*/ 452604 w 1113584"/>
                <a:gd name="csY11" fmla="*/ 347548 h 1439999"/>
                <a:gd name="csX12" fmla="*/ 457372 w 1113584"/>
                <a:gd name="csY12" fmla="*/ 300254 h 1439999"/>
                <a:gd name="csX13" fmla="*/ 719088 w 1113584"/>
                <a:gd name="csY13" fmla="*/ 1043 h 1439999"/>
                <a:gd name="csX14" fmla="*/ 718615 w 1113584"/>
                <a:gd name="csY14" fmla="*/ 3168 h 1439999"/>
                <a:gd name="csX15" fmla="*/ 719544 w 1113584"/>
                <a:gd name="csY15" fmla="*/ 1043 h 1439999"/>
                <a:gd name="csX16" fmla="*/ 650959 w 1113584"/>
                <a:gd name="csY16" fmla="*/ 616849 h 1439999"/>
                <a:gd name="csX17" fmla="*/ 753584 w 1113584"/>
                <a:gd name="csY17" fmla="*/ 616849 h 1439999"/>
                <a:gd name="csX18" fmla="*/ 1113584 w 1113584"/>
                <a:gd name="csY18" fmla="*/ 616849 h 1439999"/>
                <a:gd name="csX19" fmla="*/ 393584 w 1113584"/>
                <a:gd name="csY19" fmla="*/ 1439999 h 1439999"/>
                <a:gd name="csX20" fmla="*/ 393584 w 1113584"/>
                <a:gd name="csY20" fmla="*/ 1438956 h 1439999"/>
                <a:gd name="csX21" fmla="*/ 393973 w 1113584"/>
                <a:gd name="csY21" fmla="*/ 1439553 h 1439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113584" h="1439999">
                  <a:moveTo>
                    <a:pt x="720000" y="1043"/>
                  </a:moveTo>
                  <a:lnTo>
                    <a:pt x="719611" y="446"/>
                  </a:lnTo>
                  <a:lnTo>
                    <a:pt x="720000" y="0"/>
                  </a:lnTo>
                  <a:close/>
                  <a:moveTo>
                    <a:pt x="394496" y="1438956"/>
                  </a:moveTo>
                  <a:lnTo>
                    <a:pt x="394969" y="1436831"/>
                  </a:lnTo>
                  <a:lnTo>
                    <a:pt x="394040" y="1438956"/>
                  </a:lnTo>
                  <a:lnTo>
                    <a:pt x="462625" y="823150"/>
                  </a:lnTo>
                  <a:lnTo>
                    <a:pt x="360000" y="823150"/>
                  </a:lnTo>
                  <a:lnTo>
                    <a:pt x="0" y="823150"/>
                  </a:lnTo>
                  <a:lnTo>
                    <a:pt x="181069" y="616141"/>
                  </a:lnTo>
                  <a:lnTo>
                    <a:pt x="184341" y="615811"/>
                  </a:lnTo>
                  <a:cubicBezTo>
                    <a:pt x="318994" y="588257"/>
                    <a:pt x="425050" y="482201"/>
                    <a:pt x="452604" y="347548"/>
                  </a:cubicBezTo>
                  <a:lnTo>
                    <a:pt x="457372" y="300254"/>
                  </a:lnTo>
                  <a:lnTo>
                    <a:pt x="719088" y="1043"/>
                  </a:lnTo>
                  <a:lnTo>
                    <a:pt x="718615" y="3168"/>
                  </a:lnTo>
                  <a:lnTo>
                    <a:pt x="719544" y="1043"/>
                  </a:lnTo>
                  <a:lnTo>
                    <a:pt x="650959" y="616849"/>
                  </a:lnTo>
                  <a:lnTo>
                    <a:pt x="753584" y="616849"/>
                  </a:lnTo>
                  <a:lnTo>
                    <a:pt x="1113584" y="616849"/>
                  </a:lnTo>
                  <a:close/>
                  <a:moveTo>
                    <a:pt x="393584" y="1439999"/>
                  </a:moveTo>
                  <a:lnTo>
                    <a:pt x="393584" y="1438956"/>
                  </a:lnTo>
                  <a:lnTo>
                    <a:pt x="393973" y="14395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39CB11FB-1324-63C9-F825-285F1AC97305}"/>
                </a:ext>
              </a:extLst>
            </p:cNvPr>
            <p:cNvSpPr/>
            <p:nvPr/>
          </p:nvSpPr>
          <p:spPr>
            <a:xfrm>
              <a:off x="2593860" y="2590787"/>
              <a:ext cx="556140" cy="556140"/>
            </a:xfrm>
            <a:custGeom>
              <a:avLst/>
              <a:gdLst>
                <a:gd name="csX0" fmla="*/ 234017 w 556140"/>
                <a:gd name="csY0" fmla="*/ 106620 h 556140"/>
                <a:gd name="csX1" fmla="*/ 234017 w 556140"/>
                <a:gd name="csY1" fmla="*/ 234017 h 556140"/>
                <a:gd name="csX2" fmla="*/ 106620 w 556140"/>
                <a:gd name="csY2" fmla="*/ 234017 h 556140"/>
                <a:gd name="csX3" fmla="*/ 106620 w 556140"/>
                <a:gd name="csY3" fmla="*/ 322123 h 556140"/>
                <a:gd name="csX4" fmla="*/ 234017 w 556140"/>
                <a:gd name="csY4" fmla="*/ 322123 h 556140"/>
                <a:gd name="csX5" fmla="*/ 234017 w 556140"/>
                <a:gd name="csY5" fmla="*/ 449520 h 556140"/>
                <a:gd name="csX6" fmla="*/ 322123 w 556140"/>
                <a:gd name="csY6" fmla="*/ 449520 h 556140"/>
                <a:gd name="csX7" fmla="*/ 322123 w 556140"/>
                <a:gd name="csY7" fmla="*/ 322123 h 556140"/>
                <a:gd name="csX8" fmla="*/ 449520 w 556140"/>
                <a:gd name="csY8" fmla="*/ 322123 h 556140"/>
                <a:gd name="csX9" fmla="*/ 449520 w 556140"/>
                <a:gd name="csY9" fmla="*/ 234017 h 556140"/>
                <a:gd name="csX10" fmla="*/ 322123 w 556140"/>
                <a:gd name="csY10" fmla="*/ 234017 h 556140"/>
                <a:gd name="csX11" fmla="*/ 322123 w 556140"/>
                <a:gd name="csY11" fmla="*/ 106620 h 556140"/>
                <a:gd name="csX12" fmla="*/ 278070 w 556140"/>
                <a:gd name="csY12" fmla="*/ 0 h 556140"/>
                <a:gd name="csX13" fmla="*/ 556140 w 556140"/>
                <a:gd name="csY13" fmla="*/ 278070 h 556140"/>
                <a:gd name="csX14" fmla="*/ 278070 w 556140"/>
                <a:gd name="csY14" fmla="*/ 556140 h 556140"/>
                <a:gd name="csX15" fmla="*/ 0 w 556140"/>
                <a:gd name="csY15" fmla="*/ 278070 h 556140"/>
                <a:gd name="csX16" fmla="*/ 278070 w 556140"/>
                <a:gd name="csY16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56140" h="556140">
                  <a:moveTo>
                    <a:pt x="234017" y="106620"/>
                  </a:moveTo>
                  <a:lnTo>
                    <a:pt x="234017" y="234017"/>
                  </a:lnTo>
                  <a:lnTo>
                    <a:pt x="106620" y="234017"/>
                  </a:lnTo>
                  <a:lnTo>
                    <a:pt x="106620" y="322123"/>
                  </a:lnTo>
                  <a:lnTo>
                    <a:pt x="234017" y="322123"/>
                  </a:lnTo>
                  <a:lnTo>
                    <a:pt x="234017" y="449520"/>
                  </a:lnTo>
                  <a:lnTo>
                    <a:pt x="322123" y="449520"/>
                  </a:lnTo>
                  <a:lnTo>
                    <a:pt x="322123" y="322123"/>
                  </a:lnTo>
                  <a:lnTo>
                    <a:pt x="449520" y="322123"/>
                  </a:lnTo>
                  <a:lnTo>
                    <a:pt x="449520" y="234017"/>
                  </a:lnTo>
                  <a:lnTo>
                    <a:pt x="322123" y="234017"/>
                  </a:lnTo>
                  <a:lnTo>
                    <a:pt x="322123" y="106620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47" name="그림 146" descr="원, 그래픽, 상징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3B4072-C126-B434-C4CB-3F250EE74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00" y="88943"/>
            <a:ext cx="1440000" cy="1440000"/>
          </a:xfrm>
          <a:custGeom>
            <a:avLst/>
            <a:gdLst>
              <a:gd name="csX0" fmla="*/ 1440000 w 1440000"/>
              <a:gd name="csY0" fmla="*/ 1368894 h 1440000"/>
              <a:gd name="csX1" fmla="*/ 1440000 w 1440000"/>
              <a:gd name="csY1" fmla="*/ 1440000 h 1440000"/>
              <a:gd name="csX2" fmla="*/ 1369904 w 1440000"/>
              <a:gd name="csY2" fmla="*/ 1440000 h 1440000"/>
              <a:gd name="csX3" fmla="*/ 1405701 w 1440000"/>
              <a:gd name="csY3" fmla="*/ 1410465 h 1440000"/>
              <a:gd name="csX4" fmla="*/ 0 w 1440000"/>
              <a:gd name="csY4" fmla="*/ 0 h 1440000"/>
              <a:gd name="csX5" fmla="*/ 1440000 w 1440000"/>
              <a:gd name="csY5" fmla="*/ 0 h 1440000"/>
              <a:gd name="csX6" fmla="*/ 1440000 w 1440000"/>
              <a:gd name="csY6" fmla="*/ 964492 h 1440000"/>
              <a:gd name="csX7" fmla="*/ 1405701 w 1440000"/>
              <a:gd name="csY7" fmla="*/ 922922 h 1440000"/>
              <a:gd name="csX8" fmla="*/ 1161930 w 1440000"/>
              <a:gd name="csY8" fmla="*/ 821948 h 1440000"/>
              <a:gd name="csX9" fmla="*/ 817185 w 1440000"/>
              <a:gd name="csY9" fmla="*/ 1166693 h 1440000"/>
              <a:gd name="csX10" fmla="*/ 918159 w 1440000"/>
              <a:gd name="csY10" fmla="*/ 1410465 h 1440000"/>
              <a:gd name="csX11" fmla="*/ 953956 w 1440000"/>
              <a:gd name="csY11" fmla="*/ 1440000 h 1440000"/>
              <a:gd name="csX12" fmla="*/ 0 w 1440000"/>
              <a:gd name="csY12" fmla="*/ 1440000 h 14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40000" h="1440000">
                <a:moveTo>
                  <a:pt x="1440000" y="1368894"/>
                </a:moveTo>
                <a:lnTo>
                  <a:pt x="1440000" y="1440000"/>
                </a:lnTo>
                <a:lnTo>
                  <a:pt x="1369904" y="1440000"/>
                </a:lnTo>
                <a:lnTo>
                  <a:pt x="1405701" y="1410465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964492"/>
                </a:lnTo>
                <a:lnTo>
                  <a:pt x="1405701" y="922922"/>
                </a:lnTo>
                <a:cubicBezTo>
                  <a:pt x="1343315" y="860535"/>
                  <a:pt x="1257129" y="821948"/>
                  <a:pt x="1161930" y="821948"/>
                </a:cubicBezTo>
                <a:cubicBezTo>
                  <a:pt x="971533" y="821948"/>
                  <a:pt x="817185" y="976296"/>
                  <a:pt x="817185" y="1166693"/>
                </a:cubicBezTo>
                <a:cubicBezTo>
                  <a:pt x="817185" y="1261892"/>
                  <a:pt x="855772" y="1348078"/>
                  <a:pt x="918159" y="1410465"/>
                </a:cubicBezTo>
                <a:lnTo>
                  <a:pt x="953956" y="1440000"/>
                </a:lnTo>
                <a:lnTo>
                  <a:pt x="0" y="1440000"/>
                </a:lnTo>
                <a:close/>
              </a:path>
            </a:pathLst>
          </a:cu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4102F755-5E46-15A1-E5FC-5BCF7C6916F5}"/>
              </a:ext>
            </a:extLst>
          </p:cNvPr>
          <p:cNvSpPr/>
          <p:nvPr/>
        </p:nvSpPr>
        <p:spPr>
          <a:xfrm>
            <a:off x="1620000" y="-375"/>
            <a:ext cx="1620000" cy="162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95759C8-AB98-8208-29AC-4E843CCEA6A6}"/>
              </a:ext>
            </a:extLst>
          </p:cNvPr>
          <p:cNvSpPr/>
          <p:nvPr/>
        </p:nvSpPr>
        <p:spPr>
          <a:xfrm>
            <a:off x="3240000" y="0"/>
            <a:ext cx="1620000" cy="162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88E30C0-C972-C76C-2BD7-3D96EC5E9D59}"/>
              </a:ext>
            </a:extLst>
          </p:cNvPr>
          <p:cNvSpPr/>
          <p:nvPr/>
        </p:nvSpPr>
        <p:spPr>
          <a:xfrm>
            <a:off x="0" y="1620000"/>
            <a:ext cx="1620000" cy="162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59C0942-B591-3201-D04F-062C44D4093C}"/>
              </a:ext>
            </a:extLst>
          </p:cNvPr>
          <p:cNvSpPr/>
          <p:nvPr/>
        </p:nvSpPr>
        <p:spPr>
          <a:xfrm>
            <a:off x="1620000" y="1616927"/>
            <a:ext cx="1620000" cy="162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1FFD8E9B-F53D-FEBE-18A7-F71DC3CB53EB}"/>
              </a:ext>
            </a:extLst>
          </p:cNvPr>
          <p:cNvSpPr/>
          <p:nvPr/>
        </p:nvSpPr>
        <p:spPr>
          <a:xfrm>
            <a:off x="0" y="3706"/>
            <a:ext cx="1620000" cy="162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자유형: 도형 148">
            <a:extLst>
              <a:ext uri="{FF2B5EF4-FFF2-40B4-BE49-F238E27FC236}">
                <a16:creationId xmlns:a16="http://schemas.microsoft.com/office/drawing/2014/main" id="{41699190-EFD2-3CB0-AEA9-61F57C56592D}"/>
              </a:ext>
            </a:extLst>
          </p:cNvPr>
          <p:cNvSpPr/>
          <p:nvPr/>
        </p:nvSpPr>
        <p:spPr>
          <a:xfrm>
            <a:off x="973860" y="977566"/>
            <a:ext cx="556140" cy="556140"/>
          </a:xfrm>
          <a:custGeom>
            <a:avLst/>
            <a:gdLst>
              <a:gd name="csX0" fmla="*/ 234017 w 556140"/>
              <a:gd name="csY0" fmla="*/ 106620 h 556140"/>
              <a:gd name="csX1" fmla="*/ 234017 w 556140"/>
              <a:gd name="csY1" fmla="*/ 234017 h 556140"/>
              <a:gd name="csX2" fmla="*/ 106620 w 556140"/>
              <a:gd name="csY2" fmla="*/ 234017 h 556140"/>
              <a:gd name="csX3" fmla="*/ 106620 w 556140"/>
              <a:gd name="csY3" fmla="*/ 322123 h 556140"/>
              <a:gd name="csX4" fmla="*/ 234017 w 556140"/>
              <a:gd name="csY4" fmla="*/ 322123 h 556140"/>
              <a:gd name="csX5" fmla="*/ 234017 w 556140"/>
              <a:gd name="csY5" fmla="*/ 449520 h 556140"/>
              <a:gd name="csX6" fmla="*/ 322123 w 556140"/>
              <a:gd name="csY6" fmla="*/ 449520 h 556140"/>
              <a:gd name="csX7" fmla="*/ 322123 w 556140"/>
              <a:gd name="csY7" fmla="*/ 322123 h 556140"/>
              <a:gd name="csX8" fmla="*/ 449520 w 556140"/>
              <a:gd name="csY8" fmla="*/ 322123 h 556140"/>
              <a:gd name="csX9" fmla="*/ 449520 w 556140"/>
              <a:gd name="csY9" fmla="*/ 234017 h 556140"/>
              <a:gd name="csX10" fmla="*/ 322123 w 556140"/>
              <a:gd name="csY10" fmla="*/ 234017 h 556140"/>
              <a:gd name="csX11" fmla="*/ 322123 w 556140"/>
              <a:gd name="csY11" fmla="*/ 106620 h 556140"/>
              <a:gd name="csX12" fmla="*/ 278070 w 556140"/>
              <a:gd name="csY12" fmla="*/ 0 h 556140"/>
              <a:gd name="csX13" fmla="*/ 556140 w 556140"/>
              <a:gd name="csY13" fmla="*/ 278070 h 556140"/>
              <a:gd name="csX14" fmla="*/ 278070 w 556140"/>
              <a:gd name="csY14" fmla="*/ 556140 h 556140"/>
              <a:gd name="csX15" fmla="*/ 0 w 556140"/>
              <a:gd name="csY15" fmla="*/ 278070 h 556140"/>
              <a:gd name="csX16" fmla="*/ 278070 w 556140"/>
              <a:gd name="csY16" fmla="*/ 0 h 5561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56140" h="556140">
                <a:moveTo>
                  <a:pt x="234017" y="106620"/>
                </a:moveTo>
                <a:lnTo>
                  <a:pt x="234017" y="234017"/>
                </a:lnTo>
                <a:lnTo>
                  <a:pt x="106620" y="234017"/>
                </a:lnTo>
                <a:lnTo>
                  <a:pt x="106620" y="322123"/>
                </a:lnTo>
                <a:lnTo>
                  <a:pt x="234017" y="322123"/>
                </a:lnTo>
                <a:lnTo>
                  <a:pt x="234017" y="449520"/>
                </a:lnTo>
                <a:lnTo>
                  <a:pt x="322123" y="449520"/>
                </a:lnTo>
                <a:lnTo>
                  <a:pt x="322123" y="322123"/>
                </a:lnTo>
                <a:lnTo>
                  <a:pt x="449520" y="322123"/>
                </a:lnTo>
                <a:lnTo>
                  <a:pt x="449520" y="234017"/>
                </a:lnTo>
                <a:lnTo>
                  <a:pt x="322123" y="234017"/>
                </a:lnTo>
                <a:lnTo>
                  <a:pt x="322123" y="106620"/>
                </a:lnTo>
                <a:close/>
                <a:moveTo>
                  <a:pt x="278070" y="0"/>
                </a:moveTo>
                <a:cubicBezTo>
                  <a:pt x="431644" y="0"/>
                  <a:pt x="556140" y="124496"/>
                  <a:pt x="556140" y="278070"/>
                </a:cubicBezTo>
                <a:cubicBezTo>
                  <a:pt x="556140" y="431644"/>
                  <a:pt x="431644" y="556140"/>
                  <a:pt x="278070" y="556140"/>
                </a:cubicBezTo>
                <a:cubicBezTo>
                  <a:pt x="124496" y="556140"/>
                  <a:pt x="0" y="431644"/>
                  <a:pt x="0" y="278070"/>
                </a:cubicBezTo>
                <a:cubicBezTo>
                  <a:pt x="0" y="124496"/>
                  <a:pt x="124496" y="0"/>
                  <a:pt x="2780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27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상징, 그래픽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6353AA-BE66-975A-3217-BACBD6938E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604" y="-9128"/>
            <a:ext cx="1625397" cy="1625397"/>
          </a:xfrm>
          <a:prstGeom prst="rect">
            <a:avLst/>
          </a:prstGeom>
        </p:spPr>
      </p:pic>
      <p:pic>
        <p:nvPicPr>
          <p:cNvPr id="7" name="그림 6" descr="폰트, 그래픽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512799-7C15-FC72-8EDD-14EF1CE2A93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53" y="-9128"/>
            <a:ext cx="1625397" cy="1625397"/>
          </a:xfrm>
          <a:prstGeom prst="rect">
            <a:avLst/>
          </a:prstGeom>
        </p:spPr>
      </p:pic>
      <p:pic>
        <p:nvPicPr>
          <p:cNvPr id="9" name="그림 8" descr="클립아트, 그래픽, 실루엣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463C9C-23BC-98B8-00CC-A7E9928FDD0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51" y="-9128"/>
            <a:ext cx="1625397" cy="1625397"/>
          </a:xfrm>
          <a:prstGeom prst="rect">
            <a:avLst/>
          </a:prstGeom>
        </p:spPr>
      </p:pic>
      <p:pic>
        <p:nvPicPr>
          <p:cNvPr id="11" name="그림 10" descr="원, 그래픽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66D06C-6D73-9150-1B3F-A203FD79835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lasticWrap smoothness="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255" y="-9128"/>
            <a:ext cx="1625397" cy="1625397"/>
          </a:xfrm>
          <a:prstGeom prst="rect">
            <a:avLst/>
          </a:prstGeom>
        </p:spPr>
      </p:pic>
      <p:pic>
        <p:nvPicPr>
          <p:cNvPr id="13" name="그림 12" descr="클립아트, 그래픽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EBB924-65DB-8042-629B-75FD80EB3B8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WatercolorSponge brushSize="0"/>
                    </a14:imgEffect>
                    <a14:imgEffect>
                      <a14:brightnessContrast bright="3000" contras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302" y="-9128"/>
            <a:ext cx="1625397" cy="1625397"/>
          </a:xfrm>
          <a:prstGeom prst="rect">
            <a:avLst/>
          </a:prstGeom>
        </p:spPr>
      </p:pic>
      <p:pic>
        <p:nvPicPr>
          <p:cNvPr id="15" name="그림 14" descr="패턴, 대칭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C53337-272C-3B43-63A2-1B7644014DC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906" y="-9128"/>
            <a:ext cx="1625397" cy="1625397"/>
          </a:xfrm>
          <a:prstGeom prst="rect">
            <a:avLst/>
          </a:prstGeom>
        </p:spPr>
      </p:pic>
      <p:pic>
        <p:nvPicPr>
          <p:cNvPr id="17" name="그림 16" descr="상징, 로고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F5858B-18A1-4963-7D71-28D57C5FF0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8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28"/>
            <a:ext cx="1625397" cy="1625397"/>
          </a:xfrm>
          <a:prstGeom prst="rect">
            <a:avLst/>
          </a:prstGeom>
        </p:spPr>
      </p:pic>
      <p:pic>
        <p:nvPicPr>
          <p:cNvPr id="6" name="그림 5" descr="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80214B-CFF3-F879-A69C-35A775B2A559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6269"/>
            <a:ext cx="1625397" cy="1625397"/>
          </a:xfrm>
          <a:prstGeom prst="rect">
            <a:avLst/>
          </a:prstGeom>
        </p:spPr>
      </p:pic>
      <p:pic>
        <p:nvPicPr>
          <p:cNvPr id="12" name="그림 11" descr="로고, 폰트, 그래픽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9A699-22BF-0E6A-FEA2-1AFC88E62F33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Blur radius="4"/>
                    </a14:imgEffect>
                    <a14:imgEffect>
                      <a14:brightnessContrast bright="-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397" y="1616269"/>
            <a:ext cx="1625397" cy="1625397"/>
          </a:xfrm>
          <a:prstGeom prst="rect">
            <a:avLst/>
          </a:prstGeom>
          <a:noFill/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29430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32BFCEB9-892A-5B9A-968C-6005B24E847E}"/>
              </a:ext>
            </a:extLst>
          </p:cNvPr>
          <p:cNvGrpSpPr/>
          <p:nvPr/>
        </p:nvGrpSpPr>
        <p:grpSpPr>
          <a:xfrm>
            <a:off x="0" y="0"/>
            <a:ext cx="1620000" cy="1620000"/>
            <a:chOff x="0" y="0"/>
            <a:chExt cx="1620000" cy="1620000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3F4B0BF7-315F-C9A9-00B8-DCB99AB5AEE2}"/>
                </a:ext>
              </a:extLst>
            </p:cNvPr>
            <p:cNvSpPr/>
            <p:nvPr/>
          </p:nvSpPr>
          <p:spPr>
            <a:xfrm>
              <a:off x="907185" y="907185"/>
              <a:ext cx="689490" cy="689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23C826E7-8060-583E-B04F-7C10734CB2F8}"/>
                </a:ext>
              </a:extLst>
            </p:cNvPr>
            <p:cNvSpPr/>
            <p:nvPr/>
          </p:nvSpPr>
          <p:spPr>
            <a:xfrm>
              <a:off x="973860" y="973860"/>
              <a:ext cx="556140" cy="556140"/>
            </a:xfrm>
            <a:custGeom>
              <a:avLst/>
              <a:gdLst>
                <a:gd name="csX0" fmla="*/ 234017 w 556140"/>
                <a:gd name="csY0" fmla="*/ 106620 h 556140"/>
                <a:gd name="csX1" fmla="*/ 234017 w 556140"/>
                <a:gd name="csY1" fmla="*/ 234017 h 556140"/>
                <a:gd name="csX2" fmla="*/ 106620 w 556140"/>
                <a:gd name="csY2" fmla="*/ 234017 h 556140"/>
                <a:gd name="csX3" fmla="*/ 106620 w 556140"/>
                <a:gd name="csY3" fmla="*/ 322123 h 556140"/>
                <a:gd name="csX4" fmla="*/ 234017 w 556140"/>
                <a:gd name="csY4" fmla="*/ 322123 h 556140"/>
                <a:gd name="csX5" fmla="*/ 234017 w 556140"/>
                <a:gd name="csY5" fmla="*/ 449520 h 556140"/>
                <a:gd name="csX6" fmla="*/ 322123 w 556140"/>
                <a:gd name="csY6" fmla="*/ 449520 h 556140"/>
                <a:gd name="csX7" fmla="*/ 322123 w 556140"/>
                <a:gd name="csY7" fmla="*/ 322123 h 556140"/>
                <a:gd name="csX8" fmla="*/ 449520 w 556140"/>
                <a:gd name="csY8" fmla="*/ 322123 h 556140"/>
                <a:gd name="csX9" fmla="*/ 449520 w 556140"/>
                <a:gd name="csY9" fmla="*/ 234017 h 556140"/>
                <a:gd name="csX10" fmla="*/ 322123 w 556140"/>
                <a:gd name="csY10" fmla="*/ 234017 h 556140"/>
                <a:gd name="csX11" fmla="*/ 322123 w 556140"/>
                <a:gd name="csY11" fmla="*/ 106620 h 556140"/>
                <a:gd name="csX12" fmla="*/ 278070 w 556140"/>
                <a:gd name="csY12" fmla="*/ 0 h 556140"/>
                <a:gd name="csX13" fmla="*/ 556140 w 556140"/>
                <a:gd name="csY13" fmla="*/ 278070 h 556140"/>
                <a:gd name="csX14" fmla="*/ 278070 w 556140"/>
                <a:gd name="csY14" fmla="*/ 556140 h 556140"/>
                <a:gd name="csX15" fmla="*/ 0 w 556140"/>
                <a:gd name="csY15" fmla="*/ 278070 h 556140"/>
                <a:gd name="csX16" fmla="*/ 278070 w 556140"/>
                <a:gd name="csY16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56140" h="556140">
                  <a:moveTo>
                    <a:pt x="234017" y="106620"/>
                  </a:moveTo>
                  <a:lnTo>
                    <a:pt x="234017" y="234017"/>
                  </a:lnTo>
                  <a:lnTo>
                    <a:pt x="106620" y="234017"/>
                  </a:lnTo>
                  <a:lnTo>
                    <a:pt x="106620" y="322123"/>
                  </a:lnTo>
                  <a:lnTo>
                    <a:pt x="234017" y="322123"/>
                  </a:lnTo>
                  <a:lnTo>
                    <a:pt x="234017" y="449520"/>
                  </a:lnTo>
                  <a:lnTo>
                    <a:pt x="322123" y="449520"/>
                  </a:lnTo>
                  <a:lnTo>
                    <a:pt x="322123" y="322123"/>
                  </a:lnTo>
                  <a:lnTo>
                    <a:pt x="449520" y="322123"/>
                  </a:lnTo>
                  <a:lnTo>
                    <a:pt x="449520" y="234017"/>
                  </a:lnTo>
                  <a:lnTo>
                    <a:pt x="322123" y="234017"/>
                  </a:lnTo>
                  <a:lnTo>
                    <a:pt x="322123" y="106620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676699C-6115-83EB-CFA1-64276C1F491A}"/>
                </a:ext>
              </a:extLst>
            </p:cNvPr>
            <p:cNvSpPr/>
            <p:nvPr/>
          </p:nvSpPr>
          <p:spPr>
            <a:xfrm>
              <a:off x="0" y="0"/>
              <a:ext cx="1620000" cy="16200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BFB77A0-A072-9D64-F8C2-602BF8F2ADA7}"/>
              </a:ext>
            </a:extLst>
          </p:cNvPr>
          <p:cNvGrpSpPr/>
          <p:nvPr/>
        </p:nvGrpSpPr>
        <p:grpSpPr>
          <a:xfrm>
            <a:off x="1620000" y="0"/>
            <a:ext cx="1620000" cy="1620000"/>
            <a:chOff x="1620000" y="0"/>
            <a:chExt cx="1620000" cy="16200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E424EEF-F8B0-2C12-7600-59EB1EFBAD59}"/>
                </a:ext>
              </a:extLst>
            </p:cNvPr>
            <p:cNvSpPr/>
            <p:nvPr/>
          </p:nvSpPr>
          <p:spPr>
            <a:xfrm>
              <a:off x="2527185" y="907185"/>
              <a:ext cx="689490" cy="689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17D21E5-32B9-9C65-92EE-37A1A2DC4809}"/>
                </a:ext>
              </a:extLst>
            </p:cNvPr>
            <p:cNvSpPr/>
            <p:nvPr/>
          </p:nvSpPr>
          <p:spPr>
            <a:xfrm>
              <a:off x="2593860" y="973860"/>
              <a:ext cx="556140" cy="556140"/>
            </a:xfrm>
            <a:custGeom>
              <a:avLst/>
              <a:gdLst>
                <a:gd name="csX0" fmla="*/ 234017 w 556140"/>
                <a:gd name="csY0" fmla="*/ 106620 h 556140"/>
                <a:gd name="csX1" fmla="*/ 234017 w 556140"/>
                <a:gd name="csY1" fmla="*/ 234017 h 556140"/>
                <a:gd name="csX2" fmla="*/ 106620 w 556140"/>
                <a:gd name="csY2" fmla="*/ 234017 h 556140"/>
                <a:gd name="csX3" fmla="*/ 106620 w 556140"/>
                <a:gd name="csY3" fmla="*/ 322123 h 556140"/>
                <a:gd name="csX4" fmla="*/ 234017 w 556140"/>
                <a:gd name="csY4" fmla="*/ 322123 h 556140"/>
                <a:gd name="csX5" fmla="*/ 234017 w 556140"/>
                <a:gd name="csY5" fmla="*/ 449520 h 556140"/>
                <a:gd name="csX6" fmla="*/ 322123 w 556140"/>
                <a:gd name="csY6" fmla="*/ 449520 h 556140"/>
                <a:gd name="csX7" fmla="*/ 322123 w 556140"/>
                <a:gd name="csY7" fmla="*/ 322123 h 556140"/>
                <a:gd name="csX8" fmla="*/ 449520 w 556140"/>
                <a:gd name="csY8" fmla="*/ 322123 h 556140"/>
                <a:gd name="csX9" fmla="*/ 449520 w 556140"/>
                <a:gd name="csY9" fmla="*/ 234017 h 556140"/>
                <a:gd name="csX10" fmla="*/ 322123 w 556140"/>
                <a:gd name="csY10" fmla="*/ 234017 h 556140"/>
                <a:gd name="csX11" fmla="*/ 322123 w 556140"/>
                <a:gd name="csY11" fmla="*/ 106620 h 556140"/>
                <a:gd name="csX12" fmla="*/ 278070 w 556140"/>
                <a:gd name="csY12" fmla="*/ 0 h 556140"/>
                <a:gd name="csX13" fmla="*/ 556140 w 556140"/>
                <a:gd name="csY13" fmla="*/ 278070 h 556140"/>
                <a:gd name="csX14" fmla="*/ 278070 w 556140"/>
                <a:gd name="csY14" fmla="*/ 556140 h 556140"/>
                <a:gd name="csX15" fmla="*/ 0 w 556140"/>
                <a:gd name="csY15" fmla="*/ 278070 h 556140"/>
                <a:gd name="csX16" fmla="*/ 278070 w 556140"/>
                <a:gd name="csY16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56140" h="556140">
                  <a:moveTo>
                    <a:pt x="234017" y="106620"/>
                  </a:moveTo>
                  <a:lnTo>
                    <a:pt x="234017" y="234017"/>
                  </a:lnTo>
                  <a:lnTo>
                    <a:pt x="106620" y="234017"/>
                  </a:lnTo>
                  <a:lnTo>
                    <a:pt x="106620" y="322123"/>
                  </a:lnTo>
                  <a:lnTo>
                    <a:pt x="234017" y="322123"/>
                  </a:lnTo>
                  <a:lnTo>
                    <a:pt x="234017" y="449520"/>
                  </a:lnTo>
                  <a:lnTo>
                    <a:pt x="322123" y="449520"/>
                  </a:lnTo>
                  <a:lnTo>
                    <a:pt x="322123" y="322123"/>
                  </a:lnTo>
                  <a:lnTo>
                    <a:pt x="449520" y="322123"/>
                  </a:lnTo>
                  <a:lnTo>
                    <a:pt x="449520" y="234017"/>
                  </a:lnTo>
                  <a:lnTo>
                    <a:pt x="322123" y="234017"/>
                  </a:lnTo>
                  <a:lnTo>
                    <a:pt x="322123" y="106620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rgbClr val="91B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350F630-4AEA-8747-3A38-CE4181796F53}"/>
                </a:ext>
              </a:extLst>
            </p:cNvPr>
            <p:cNvSpPr/>
            <p:nvPr/>
          </p:nvSpPr>
          <p:spPr>
            <a:xfrm>
              <a:off x="1620000" y="0"/>
              <a:ext cx="1620000" cy="16200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2BDF2C45-B43E-B5A5-EE38-8C296DF02977}"/>
              </a:ext>
            </a:extLst>
          </p:cNvPr>
          <p:cNvGrpSpPr/>
          <p:nvPr/>
        </p:nvGrpSpPr>
        <p:grpSpPr>
          <a:xfrm>
            <a:off x="0" y="1620000"/>
            <a:ext cx="1620000" cy="1620000"/>
            <a:chOff x="0" y="1620000"/>
            <a:chExt cx="1620000" cy="1620000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62A5C4E-332B-0763-34E3-047C9D0AE1DA}"/>
                </a:ext>
              </a:extLst>
            </p:cNvPr>
            <p:cNvSpPr/>
            <p:nvPr/>
          </p:nvSpPr>
          <p:spPr>
            <a:xfrm>
              <a:off x="907185" y="2527185"/>
              <a:ext cx="689490" cy="689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6E1D7E6A-7A15-D5D5-53BF-F850200BA431}"/>
                </a:ext>
              </a:extLst>
            </p:cNvPr>
            <p:cNvSpPr/>
            <p:nvPr/>
          </p:nvSpPr>
          <p:spPr>
            <a:xfrm>
              <a:off x="973860" y="2593860"/>
              <a:ext cx="556140" cy="556140"/>
            </a:xfrm>
            <a:custGeom>
              <a:avLst/>
              <a:gdLst>
                <a:gd name="csX0" fmla="*/ 106620 w 556140"/>
                <a:gd name="csY0" fmla="*/ 234017 h 556140"/>
                <a:gd name="csX1" fmla="*/ 106620 w 556140"/>
                <a:gd name="csY1" fmla="*/ 322123 h 556140"/>
                <a:gd name="csX2" fmla="*/ 449520 w 556140"/>
                <a:gd name="csY2" fmla="*/ 322123 h 556140"/>
                <a:gd name="csX3" fmla="*/ 449520 w 556140"/>
                <a:gd name="csY3" fmla="*/ 234017 h 556140"/>
                <a:gd name="csX4" fmla="*/ 278070 w 556140"/>
                <a:gd name="csY4" fmla="*/ 0 h 556140"/>
                <a:gd name="csX5" fmla="*/ 556140 w 556140"/>
                <a:gd name="csY5" fmla="*/ 278070 h 556140"/>
                <a:gd name="csX6" fmla="*/ 278070 w 556140"/>
                <a:gd name="csY6" fmla="*/ 556140 h 556140"/>
                <a:gd name="csX7" fmla="*/ 0 w 556140"/>
                <a:gd name="csY7" fmla="*/ 278070 h 556140"/>
                <a:gd name="csX8" fmla="*/ 278070 w 556140"/>
                <a:gd name="csY8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6140" h="556140">
                  <a:moveTo>
                    <a:pt x="106620" y="234017"/>
                  </a:moveTo>
                  <a:lnTo>
                    <a:pt x="106620" y="322123"/>
                  </a:lnTo>
                  <a:lnTo>
                    <a:pt x="449520" y="322123"/>
                  </a:lnTo>
                  <a:lnTo>
                    <a:pt x="449520" y="234017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24B6C2EA-2BFE-73D1-9456-01B45BE59A37}"/>
                </a:ext>
              </a:extLst>
            </p:cNvPr>
            <p:cNvSpPr/>
            <p:nvPr/>
          </p:nvSpPr>
          <p:spPr>
            <a:xfrm>
              <a:off x="0" y="1620000"/>
              <a:ext cx="1620000" cy="16200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1B1F2D23-85AF-E3C6-4E52-1D87CFF5B1E4}"/>
              </a:ext>
            </a:extLst>
          </p:cNvPr>
          <p:cNvGrpSpPr/>
          <p:nvPr/>
        </p:nvGrpSpPr>
        <p:grpSpPr>
          <a:xfrm>
            <a:off x="1620000" y="1620000"/>
            <a:ext cx="1620000" cy="1620000"/>
            <a:chOff x="1620000" y="1620000"/>
            <a:chExt cx="1620000" cy="162000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30B6A65-E248-1843-56A0-973FC3D13477}"/>
                </a:ext>
              </a:extLst>
            </p:cNvPr>
            <p:cNvSpPr/>
            <p:nvPr/>
          </p:nvSpPr>
          <p:spPr>
            <a:xfrm>
              <a:off x="2527185" y="2527185"/>
              <a:ext cx="689490" cy="689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2ABA568E-0F2B-F575-3E87-7BC56C77C811}"/>
                </a:ext>
              </a:extLst>
            </p:cNvPr>
            <p:cNvSpPr/>
            <p:nvPr/>
          </p:nvSpPr>
          <p:spPr>
            <a:xfrm>
              <a:off x="2593860" y="2593860"/>
              <a:ext cx="556140" cy="556140"/>
            </a:xfrm>
            <a:custGeom>
              <a:avLst/>
              <a:gdLst>
                <a:gd name="csX0" fmla="*/ 106620 w 556140"/>
                <a:gd name="csY0" fmla="*/ 234017 h 556140"/>
                <a:gd name="csX1" fmla="*/ 106620 w 556140"/>
                <a:gd name="csY1" fmla="*/ 322123 h 556140"/>
                <a:gd name="csX2" fmla="*/ 449520 w 556140"/>
                <a:gd name="csY2" fmla="*/ 322123 h 556140"/>
                <a:gd name="csX3" fmla="*/ 449520 w 556140"/>
                <a:gd name="csY3" fmla="*/ 234017 h 556140"/>
                <a:gd name="csX4" fmla="*/ 278070 w 556140"/>
                <a:gd name="csY4" fmla="*/ 0 h 556140"/>
                <a:gd name="csX5" fmla="*/ 556140 w 556140"/>
                <a:gd name="csY5" fmla="*/ 278070 h 556140"/>
                <a:gd name="csX6" fmla="*/ 278070 w 556140"/>
                <a:gd name="csY6" fmla="*/ 556140 h 556140"/>
                <a:gd name="csX7" fmla="*/ 0 w 556140"/>
                <a:gd name="csY7" fmla="*/ 278070 h 556140"/>
                <a:gd name="csX8" fmla="*/ 278070 w 556140"/>
                <a:gd name="csY8" fmla="*/ 0 h 556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6140" h="556140">
                  <a:moveTo>
                    <a:pt x="106620" y="234017"/>
                  </a:moveTo>
                  <a:lnTo>
                    <a:pt x="106620" y="322123"/>
                  </a:lnTo>
                  <a:lnTo>
                    <a:pt x="449520" y="322123"/>
                  </a:lnTo>
                  <a:lnTo>
                    <a:pt x="449520" y="234017"/>
                  </a:lnTo>
                  <a:close/>
                  <a:moveTo>
                    <a:pt x="278070" y="0"/>
                  </a:moveTo>
                  <a:cubicBezTo>
                    <a:pt x="431644" y="0"/>
                    <a:pt x="556140" y="124496"/>
                    <a:pt x="556140" y="278070"/>
                  </a:cubicBezTo>
                  <a:cubicBezTo>
                    <a:pt x="556140" y="431644"/>
                    <a:pt x="431644" y="556140"/>
                    <a:pt x="278070" y="556140"/>
                  </a:cubicBezTo>
                  <a:cubicBezTo>
                    <a:pt x="124496" y="556140"/>
                    <a:pt x="0" y="431644"/>
                    <a:pt x="0" y="278070"/>
                  </a:cubicBezTo>
                  <a:cubicBezTo>
                    <a:pt x="0" y="124496"/>
                    <a:pt x="124496" y="0"/>
                    <a:pt x="278070" y="0"/>
                  </a:cubicBezTo>
                  <a:close/>
                </a:path>
              </a:pathLst>
            </a:custGeom>
            <a:solidFill>
              <a:srgbClr val="FB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4FD865F8-27AF-0CAC-C9A9-D291DAA700B4}"/>
                </a:ext>
              </a:extLst>
            </p:cNvPr>
            <p:cNvSpPr/>
            <p:nvPr/>
          </p:nvSpPr>
          <p:spPr>
            <a:xfrm>
              <a:off x="1620000" y="1620000"/>
              <a:ext cx="1620000" cy="16200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8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 descr="로고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D80BE2-A28C-0B56-A836-60F7E3F6A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626544" cy="1626544"/>
          </a:xfrm>
          <a:custGeom>
            <a:avLst/>
            <a:gdLst>
              <a:gd name="connsiteX0" fmla="*/ 1626544 w 1626544"/>
              <a:gd name="connsiteY0" fmla="*/ 1266544 h 1626544"/>
              <a:gd name="connsiteX1" fmla="*/ 1626544 w 1626544"/>
              <a:gd name="connsiteY1" fmla="*/ 1626544 h 1626544"/>
              <a:gd name="connsiteX2" fmla="*/ 1266544 w 1626544"/>
              <a:gd name="connsiteY2" fmla="*/ 1626544 h 1626544"/>
              <a:gd name="connsiteX3" fmla="*/ 1626544 w 1626544"/>
              <a:gd name="connsiteY3" fmla="*/ 1266544 h 1626544"/>
              <a:gd name="connsiteX4" fmla="*/ 0 w 1626544"/>
              <a:gd name="connsiteY4" fmla="*/ 0 h 1626544"/>
              <a:gd name="connsiteX5" fmla="*/ 1626544 w 1626544"/>
              <a:gd name="connsiteY5" fmla="*/ 0 h 1626544"/>
              <a:gd name="connsiteX6" fmla="*/ 1626544 w 1626544"/>
              <a:gd name="connsiteY6" fmla="*/ 1266544 h 1626544"/>
              <a:gd name="connsiteX7" fmla="*/ 1266544 w 1626544"/>
              <a:gd name="connsiteY7" fmla="*/ 906544 h 1626544"/>
              <a:gd name="connsiteX8" fmla="*/ 906544 w 1626544"/>
              <a:gd name="connsiteY8" fmla="*/ 1266544 h 1626544"/>
              <a:gd name="connsiteX9" fmla="*/ 1266544 w 1626544"/>
              <a:gd name="connsiteY9" fmla="*/ 1626544 h 1626544"/>
              <a:gd name="connsiteX10" fmla="*/ 0 w 1626544"/>
              <a:gd name="connsiteY10" fmla="*/ 1626544 h 1626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544" h="1626544">
                <a:moveTo>
                  <a:pt x="1626544" y="1266544"/>
                </a:moveTo>
                <a:lnTo>
                  <a:pt x="1626544" y="1626544"/>
                </a:lnTo>
                <a:lnTo>
                  <a:pt x="1266544" y="1626544"/>
                </a:lnTo>
                <a:cubicBezTo>
                  <a:pt x="1465367" y="1626544"/>
                  <a:pt x="1626544" y="1465367"/>
                  <a:pt x="1626544" y="1266544"/>
                </a:cubicBezTo>
                <a:close/>
                <a:moveTo>
                  <a:pt x="0" y="0"/>
                </a:moveTo>
                <a:lnTo>
                  <a:pt x="1626544" y="0"/>
                </a:lnTo>
                <a:lnTo>
                  <a:pt x="1626544" y="1266544"/>
                </a:lnTo>
                <a:cubicBezTo>
                  <a:pt x="1626544" y="1067721"/>
                  <a:pt x="1465367" y="906544"/>
                  <a:pt x="1266544" y="906544"/>
                </a:cubicBezTo>
                <a:cubicBezTo>
                  <a:pt x="1067721" y="906544"/>
                  <a:pt x="906544" y="1067721"/>
                  <a:pt x="906544" y="1266544"/>
                </a:cubicBezTo>
                <a:cubicBezTo>
                  <a:pt x="906544" y="1465367"/>
                  <a:pt x="1067721" y="1626544"/>
                  <a:pt x="1266544" y="1626544"/>
                </a:cubicBezTo>
                <a:lnTo>
                  <a:pt x="0" y="1626544"/>
                </a:lnTo>
                <a:close/>
              </a:path>
            </a:pathLst>
          </a:custGeom>
        </p:spPr>
      </p:pic>
      <p:pic>
        <p:nvPicPr>
          <p:cNvPr id="66" name="그림 65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175C7B-81BA-9AA2-6A1F-91B8C6CB0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6544" y="0"/>
            <a:ext cx="1625397" cy="1625397"/>
          </a:xfrm>
          <a:custGeom>
            <a:avLst/>
            <a:gdLst>
              <a:gd name="connsiteX0" fmla="*/ 1625397 w 1625397"/>
              <a:gd name="connsiteY0" fmla="*/ 1266544 h 1625397"/>
              <a:gd name="connsiteX1" fmla="*/ 1625397 w 1625397"/>
              <a:gd name="connsiteY1" fmla="*/ 1625397 h 1625397"/>
              <a:gd name="connsiteX2" fmla="*/ 1276775 w 1625397"/>
              <a:gd name="connsiteY2" fmla="*/ 1625397 h 1625397"/>
              <a:gd name="connsiteX3" fmla="*/ 1337950 w 1625397"/>
              <a:gd name="connsiteY3" fmla="*/ 1619230 h 1625397"/>
              <a:gd name="connsiteX4" fmla="*/ 1625397 w 1625397"/>
              <a:gd name="connsiteY4" fmla="*/ 1266544 h 1625397"/>
              <a:gd name="connsiteX5" fmla="*/ 0 w 1625397"/>
              <a:gd name="connsiteY5" fmla="*/ 0 h 1625397"/>
              <a:gd name="connsiteX6" fmla="*/ 1625397 w 1625397"/>
              <a:gd name="connsiteY6" fmla="*/ 0 h 1625397"/>
              <a:gd name="connsiteX7" fmla="*/ 1625397 w 1625397"/>
              <a:gd name="connsiteY7" fmla="*/ 1266544 h 1625397"/>
              <a:gd name="connsiteX8" fmla="*/ 1265397 w 1625397"/>
              <a:gd name="connsiteY8" fmla="*/ 906544 h 1625397"/>
              <a:gd name="connsiteX9" fmla="*/ 905397 w 1625397"/>
              <a:gd name="connsiteY9" fmla="*/ 1266544 h 1625397"/>
              <a:gd name="connsiteX10" fmla="*/ 1192844 w 1625397"/>
              <a:gd name="connsiteY10" fmla="*/ 1619230 h 1625397"/>
              <a:gd name="connsiteX11" fmla="*/ 1254019 w 1625397"/>
              <a:gd name="connsiteY11" fmla="*/ 1625397 h 1625397"/>
              <a:gd name="connsiteX12" fmla="*/ 0 w 1625397"/>
              <a:gd name="connsiteY12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5397" h="1625397">
                <a:moveTo>
                  <a:pt x="1625397" y="1266544"/>
                </a:moveTo>
                <a:lnTo>
                  <a:pt x="1625397" y="1625397"/>
                </a:lnTo>
                <a:lnTo>
                  <a:pt x="1276775" y="1625397"/>
                </a:lnTo>
                <a:lnTo>
                  <a:pt x="1337950" y="1619230"/>
                </a:lnTo>
                <a:cubicBezTo>
                  <a:pt x="1501996" y="1585662"/>
                  <a:pt x="1625397" y="1440514"/>
                  <a:pt x="1625397" y="1266544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6544"/>
                </a:lnTo>
                <a:cubicBezTo>
                  <a:pt x="1625397" y="1067721"/>
                  <a:pt x="1464220" y="906544"/>
                  <a:pt x="1265397" y="906544"/>
                </a:cubicBezTo>
                <a:cubicBezTo>
                  <a:pt x="1066574" y="906544"/>
                  <a:pt x="905397" y="1067721"/>
                  <a:pt x="905397" y="1266544"/>
                </a:cubicBezTo>
                <a:cubicBezTo>
                  <a:pt x="905397" y="1440514"/>
                  <a:pt x="1028798" y="1585662"/>
                  <a:pt x="1192844" y="1619230"/>
                </a:cubicBezTo>
                <a:lnTo>
                  <a:pt x="1254019" y="1625397"/>
                </a:ln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17E0869D-9BC9-740B-C725-8768C794AEA2}"/>
              </a:ext>
            </a:extLst>
          </p:cNvPr>
          <p:cNvSpPr/>
          <p:nvPr/>
        </p:nvSpPr>
        <p:spPr>
          <a:xfrm>
            <a:off x="978544" y="978544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7AEA490F-E40C-FA43-30D2-478D0268372F}"/>
              </a:ext>
            </a:extLst>
          </p:cNvPr>
          <p:cNvSpPr/>
          <p:nvPr/>
        </p:nvSpPr>
        <p:spPr>
          <a:xfrm>
            <a:off x="2603941" y="977397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7" name="그림 66" descr="로고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749CDD-DB9C-B7F3-730A-7882539CD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25397"/>
            <a:ext cx="1626544" cy="1626544"/>
          </a:xfrm>
          <a:custGeom>
            <a:avLst/>
            <a:gdLst>
              <a:gd name="connsiteX0" fmla="*/ 1626544 w 1626544"/>
              <a:gd name="connsiteY0" fmla="*/ 1266544 h 1626544"/>
              <a:gd name="connsiteX1" fmla="*/ 1626544 w 1626544"/>
              <a:gd name="connsiteY1" fmla="*/ 1626544 h 1626544"/>
              <a:gd name="connsiteX2" fmla="*/ 1266544 w 1626544"/>
              <a:gd name="connsiteY2" fmla="*/ 1626544 h 1626544"/>
              <a:gd name="connsiteX3" fmla="*/ 1626544 w 1626544"/>
              <a:gd name="connsiteY3" fmla="*/ 1266544 h 1626544"/>
              <a:gd name="connsiteX4" fmla="*/ 0 w 1626544"/>
              <a:gd name="connsiteY4" fmla="*/ 0 h 1626544"/>
              <a:gd name="connsiteX5" fmla="*/ 1626544 w 1626544"/>
              <a:gd name="connsiteY5" fmla="*/ 0 h 1626544"/>
              <a:gd name="connsiteX6" fmla="*/ 1626544 w 1626544"/>
              <a:gd name="connsiteY6" fmla="*/ 1266544 h 1626544"/>
              <a:gd name="connsiteX7" fmla="*/ 1266544 w 1626544"/>
              <a:gd name="connsiteY7" fmla="*/ 906544 h 1626544"/>
              <a:gd name="connsiteX8" fmla="*/ 906544 w 1626544"/>
              <a:gd name="connsiteY8" fmla="*/ 1266544 h 1626544"/>
              <a:gd name="connsiteX9" fmla="*/ 1266544 w 1626544"/>
              <a:gd name="connsiteY9" fmla="*/ 1626544 h 1626544"/>
              <a:gd name="connsiteX10" fmla="*/ 0 w 1626544"/>
              <a:gd name="connsiteY10" fmla="*/ 1626544 h 1626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544" h="1626544">
                <a:moveTo>
                  <a:pt x="1626544" y="1266544"/>
                </a:moveTo>
                <a:lnTo>
                  <a:pt x="1626544" y="1626544"/>
                </a:lnTo>
                <a:lnTo>
                  <a:pt x="1266544" y="1626544"/>
                </a:lnTo>
                <a:cubicBezTo>
                  <a:pt x="1465367" y="1626544"/>
                  <a:pt x="1626544" y="1465367"/>
                  <a:pt x="1626544" y="1266544"/>
                </a:cubicBezTo>
                <a:close/>
                <a:moveTo>
                  <a:pt x="0" y="0"/>
                </a:moveTo>
                <a:lnTo>
                  <a:pt x="1626544" y="0"/>
                </a:lnTo>
                <a:lnTo>
                  <a:pt x="1626544" y="1266544"/>
                </a:lnTo>
                <a:cubicBezTo>
                  <a:pt x="1626544" y="1067721"/>
                  <a:pt x="1465367" y="906544"/>
                  <a:pt x="1266544" y="906544"/>
                </a:cubicBezTo>
                <a:cubicBezTo>
                  <a:pt x="1067721" y="906544"/>
                  <a:pt x="906544" y="1067721"/>
                  <a:pt x="906544" y="1266544"/>
                </a:cubicBezTo>
                <a:cubicBezTo>
                  <a:pt x="906544" y="1465367"/>
                  <a:pt x="1067721" y="1626544"/>
                  <a:pt x="1266544" y="1626544"/>
                </a:cubicBezTo>
                <a:lnTo>
                  <a:pt x="0" y="1626544"/>
                </a:lnTo>
                <a:close/>
              </a:path>
            </a:pathLst>
          </a:custGeom>
        </p:spPr>
      </p:pic>
      <p:pic>
        <p:nvPicPr>
          <p:cNvPr id="68" name="그림 67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5C971D-BC6C-C73A-1B2F-CD8721CEE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6544" y="1626544"/>
            <a:ext cx="1625397" cy="1625397"/>
          </a:xfrm>
          <a:custGeom>
            <a:avLst/>
            <a:gdLst>
              <a:gd name="connsiteX0" fmla="*/ 1625397 w 1625397"/>
              <a:gd name="connsiteY0" fmla="*/ 1266544 h 1625397"/>
              <a:gd name="connsiteX1" fmla="*/ 1625397 w 1625397"/>
              <a:gd name="connsiteY1" fmla="*/ 1625397 h 1625397"/>
              <a:gd name="connsiteX2" fmla="*/ 1276775 w 1625397"/>
              <a:gd name="connsiteY2" fmla="*/ 1625397 h 1625397"/>
              <a:gd name="connsiteX3" fmla="*/ 1337950 w 1625397"/>
              <a:gd name="connsiteY3" fmla="*/ 1619230 h 1625397"/>
              <a:gd name="connsiteX4" fmla="*/ 1625397 w 1625397"/>
              <a:gd name="connsiteY4" fmla="*/ 1266544 h 1625397"/>
              <a:gd name="connsiteX5" fmla="*/ 0 w 1625397"/>
              <a:gd name="connsiteY5" fmla="*/ 0 h 1625397"/>
              <a:gd name="connsiteX6" fmla="*/ 1625397 w 1625397"/>
              <a:gd name="connsiteY6" fmla="*/ 0 h 1625397"/>
              <a:gd name="connsiteX7" fmla="*/ 1625397 w 1625397"/>
              <a:gd name="connsiteY7" fmla="*/ 1266544 h 1625397"/>
              <a:gd name="connsiteX8" fmla="*/ 1265397 w 1625397"/>
              <a:gd name="connsiteY8" fmla="*/ 906544 h 1625397"/>
              <a:gd name="connsiteX9" fmla="*/ 905397 w 1625397"/>
              <a:gd name="connsiteY9" fmla="*/ 1266544 h 1625397"/>
              <a:gd name="connsiteX10" fmla="*/ 1192844 w 1625397"/>
              <a:gd name="connsiteY10" fmla="*/ 1619230 h 1625397"/>
              <a:gd name="connsiteX11" fmla="*/ 1254019 w 1625397"/>
              <a:gd name="connsiteY11" fmla="*/ 1625397 h 1625397"/>
              <a:gd name="connsiteX12" fmla="*/ 0 w 1625397"/>
              <a:gd name="connsiteY12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5397" h="1625397">
                <a:moveTo>
                  <a:pt x="1625397" y="1266544"/>
                </a:moveTo>
                <a:lnTo>
                  <a:pt x="1625397" y="1625397"/>
                </a:lnTo>
                <a:lnTo>
                  <a:pt x="1276775" y="1625397"/>
                </a:lnTo>
                <a:lnTo>
                  <a:pt x="1337950" y="1619230"/>
                </a:lnTo>
                <a:cubicBezTo>
                  <a:pt x="1501996" y="1585662"/>
                  <a:pt x="1625397" y="1440514"/>
                  <a:pt x="1625397" y="1266544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6544"/>
                </a:lnTo>
                <a:cubicBezTo>
                  <a:pt x="1625397" y="1067721"/>
                  <a:pt x="1464220" y="906544"/>
                  <a:pt x="1265397" y="906544"/>
                </a:cubicBezTo>
                <a:cubicBezTo>
                  <a:pt x="1066574" y="906544"/>
                  <a:pt x="905397" y="1067721"/>
                  <a:pt x="905397" y="1266544"/>
                </a:cubicBezTo>
                <a:cubicBezTo>
                  <a:pt x="905397" y="1440514"/>
                  <a:pt x="1028798" y="1585662"/>
                  <a:pt x="1192844" y="1619230"/>
                </a:cubicBezTo>
                <a:lnTo>
                  <a:pt x="1254019" y="1625397"/>
                </a:ln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B9232FE5-7742-6805-8526-2CB22D700A13}"/>
              </a:ext>
            </a:extLst>
          </p:cNvPr>
          <p:cNvSpPr/>
          <p:nvPr/>
        </p:nvSpPr>
        <p:spPr>
          <a:xfrm>
            <a:off x="975751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ADDBD9F2-428E-20FF-3025-32F3DAD3BB90}"/>
              </a:ext>
            </a:extLst>
          </p:cNvPr>
          <p:cNvSpPr/>
          <p:nvPr/>
        </p:nvSpPr>
        <p:spPr>
          <a:xfrm>
            <a:off x="2603941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 descr="상징, 그래픽, 원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2D585-4E00-47CC-0660-D1F1B37CB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51941" y="-1147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A329E3CB-561C-F83B-79C5-5E79E80ACF00}"/>
              </a:ext>
            </a:extLst>
          </p:cNvPr>
          <p:cNvSpPr/>
          <p:nvPr/>
        </p:nvSpPr>
        <p:spPr>
          <a:xfrm>
            <a:off x="4229338" y="976250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pic>
        <p:nvPicPr>
          <p:cNvPr id="81" name="그림 80" descr="상징, 그래픽, 원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1C3D40-F465-D522-257F-82DAB3FFE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51941" y="1626544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1404DD29-6E95-3432-F36D-8F670576982E}"/>
              </a:ext>
            </a:extLst>
          </p:cNvPr>
          <p:cNvSpPr/>
          <p:nvPr/>
        </p:nvSpPr>
        <p:spPr>
          <a:xfrm>
            <a:off x="4229338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8DB8B0-EF84-3929-9BE1-CD6982C4F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6501965" y="-3441"/>
            <a:ext cx="1625397" cy="1625397"/>
          </a:xfrm>
          <a:custGeom>
            <a:avLst/>
            <a:gdLst>
              <a:gd name="csX0" fmla="*/ 0 w 1625397"/>
              <a:gd name="csY0" fmla="*/ 1265397 h 1625397"/>
              <a:gd name="csX1" fmla="*/ 0 w 1625397"/>
              <a:gd name="csY1" fmla="*/ 1625397 h 1625397"/>
              <a:gd name="csX2" fmla="*/ 360000 w 1625397"/>
              <a:gd name="csY2" fmla="*/ 1625397 h 1625397"/>
              <a:gd name="csX3" fmla="*/ 0 w 1625397"/>
              <a:gd name="csY3" fmla="*/ 1265397 h 1625397"/>
              <a:gd name="csX4" fmla="*/ 1523696 w 1625397"/>
              <a:gd name="csY4" fmla="*/ 444299 h 1625397"/>
              <a:gd name="csX5" fmla="*/ 1523696 w 1625397"/>
              <a:gd name="csY5" fmla="*/ 1133253 h 1625397"/>
              <a:gd name="csX6" fmla="*/ 1371296 w 1625397"/>
              <a:gd name="csY6" fmla="*/ 1198680 h 1625397"/>
              <a:gd name="csX7" fmla="*/ 871805 w 1625397"/>
              <a:gd name="csY7" fmla="*/ 724164 h 1625397"/>
              <a:gd name="csX8" fmla="*/ 1523696 w 1625397"/>
              <a:gd name="csY8" fmla="*/ 444299 h 1625397"/>
              <a:gd name="csX9" fmla="*/ 1625397 w 1625397"/>
              <a:gd name="csY9" fmla="*/ 0 h 1625397"/>
              <a:gd name="csX10" fmla="*/ 0 w 1625397"/>
              <a:gd name="csY10" fmla="*/ 0 h 1625397"/>
              <a:gd name="csX11" fmla="*/ 0 w 1625397"/>
              <a:gd name="csY11" fmla="*/ 1265397 h 1625397"/>
              <a:gd name="csX12" fmla="*/ 360000 w 1625397"/>
              <a:gd name="csY12" fmla="*/ 905397 h 1625397"/>
              <a:gd name="csX13" fmla="*/ 561280 w 1625397"/>
              <a:gd name="csY13" fmla="*/ 966879 h 1625397"/>
              <a:gd name="csX14" fmla="*/ 581315 w 1625397"/>
              <a:gd name="csY14" fmla="*/ 983410 h 1625397"/>
              <a:gd name="csX15" fmla="*/ 621427 w 1625397"/>
              <a:gd name="csY15" fmla="*/ 928668 h 1625397"/>
              <a:gd name="csX16" fmla="*/ 683027 w 1625397"/>
              <a:gd name="csY16" fmla="*/ 860426 h 1625397"/>
              <a:gd name="csX17" fmla="*/ 1170191 w 1625397"/>
              <a:gd name="csY17" fmla="*/ 1347590 h 1625397"/>
              <a:gd name="csX18" fmla="*/ 1108693 w 1625397"/>
              <a:gd name="csY18" fmla="*/ 1501616 h 1625397"/>
              <a:gd name="csX19" fmla="*/ 619337 w 1625397"/>
              <a:gd name="csY19" fmla="*/ 1514164 h 1625397"/>
              <a:gd name="csX20" fmla="*/ 614559 w 1625397"/>
              <a:gd name="csY20" fmla="*/ 1519956 h 1625397"/>
              <a:gd name="csX21" fmla="*/ 360000 w 1625397"/>
              <a:gd name="csY21" fmla="*/ 1625397 h 1625397"/>
              <a:gd name="csX22" fmla="*/ 1625397 w 1625397"/>
              <a:gd name="csY22" fmla="*/ 1625397 h 162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523696" y="444299"/>
                </a:moveTo>
                <a:lnTo>
                  <a:pt x="1523696" y="1133253"/>
                </a:lnTo>
                <a:cubicBezTo>
                  <a:pt x="1466076" y="1133253"/>
                  <a:pt x="1410983" y="1156907"/>
                  <a:pt x="1371296" y="1198680"/>
                </a:cubicBezTo>
                <a:lnTo>
                  <a:pt x="871805" y="724164"/>
                </a:lnTo>
                <a:cubicBezTo>
                  <a:pt x="1041561" y="545474"/>
                  <a:pt x="1277226" y="444299"/>
                  <a:pt x="1523696" y="444299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434559" y="905397"/>
                  <a:pt x="503824" y="928063"/>
                  <a:pt x="561280" y="966879"/>
                </a:cubicBezTo>
                <a:lnTo>
                  <a:pt x="581315" y="983410"/>
                </a:lnTo>
                <a:lnTo>
                  <a:pt x="621427" y="928668"/>
                </a:lnTo>
                <a:cubicBezTo>
                  <a:pt x="640694" y="904994"/>
                  <a:pt x="661242" y="882211"/>
                  <a:pt x="683027" y="860426"/>
                </a:cubicBezTo>
                <a:lnTo>
                  <a:pt x="1170191" y="1347590"/>
                </a:lnTo>
                <a:cubicBezTo>
                  <a:pt x="1129448" y="1388334"/>
                  <a:pt x="1107216" y="1444015"/>
                  <a:pt x="1108693" y="1501616"/>
                </a:cubicBezTo>
                <a:lnTo>
                  <a:pt x="619337" y="1514164"/>
                </a:lnTo>
                <a:lnTo>
                  <a:pt x="614559" y="1519956"/>
                </a:lnTo>
                <a:cubicBezTo>
                  <a:pt x="549412" y="1585103"/>
                  <a:pt x="459412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pic>
        <p:nvPicPr>
          <p:cNvPr id="15" name="그림 14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0769D3-8A77-6C5C-A6D9-E667D3C38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6501965" y="1626544"/>
            <a:ext cx="1625397" cy="1625397"/>
          </a:xfrm>
          <a:custGeom>
            <a:avLst/>
            <a:gdLst>
              <a:gd name="csX0" fmla="*/ 0 w 1625397"/>
              <a:gd name="csY0" fmla="*/ 1265397 h 1625397"/>
              <a:gd name="csX1" fmla="*/ 0 w 1625397"/>
              <a:gd name="csY1" fmla="*/ 1625397 h 1625397"/>
              <a:gd name="csX2" fmla="*/ 360000 w 1625397"/>
              <a:gd name="csY2" fmla="*/ 1625397 h 1625397"/>
              <a:gd name="csX3" fmla="*/ 0 w 1625397"/>
              <a:gd name="csY3" fmla="*/ 1265397 h 1625397"/>
              <a:gd name="csX4" fmla="*/ 1523696 w 1625397"/>
              <a:gd name="csY4" fmla="*/ 461477 h 1625397"/>
              <a:gd name="csX5" fmla="*/ 1523696 w 1625397"/>
              <a:gd name="csY5" fmla="*/ 1150431 h 1625397"/>
              <a:gd name="csX6" fmla="*/ 1371296 w 1625397"/>
              <a:gd name="csY6" fmla="*/ 1215859 h 1625397"/>
              <a:gd name="csX7" fmla="*/ 871805 w 1625397"/>
              <a:gd name="csY7" fmla="*/ 741342 h 1625397"/>
              <a:gd name="csX8" fmla="*/ 1523696 w 1625397"/>
              <a:gd name="csY8" fmla="*/ 461477 h 1625397"/>
              <a:gd name="csX9" fmla="*/ 1625397 w 1625397"/>
              <a:gd name="csY9" fmla="*/ 0 h 1625397"/>
              <a:gd name="csX10" fmla="*/ 0 w 1625397"/>
              <a:gd name="csY10" fmla="*/ 0 h 1625397"/>
              <a:gd name="csX11" fmla="*/ 0 w 1625397"/>
              <a:gd name="csY11" fmla="*/ 1265397 h 1625397"/>
              <a:gd name="csX12" fmla="*/ 360000 w 1625397"/>
              <a:gd name="csY12" fmla="*/ 905397 h 1625397"/>
              <a:gd name="csX13" fmla="*/ 561280 w 1625397"/>
              <a:gd name="csY13" fmla="*/ 966879 h 1625397"/>
              <a:gd name="csX14" fmla="*/ 589159 w 1625397"/>
              <a:gd name="csY14" fmla="*/ 989882 h 1625397"/>
              <a:gd name="csX15" fmla="*/ 621427 w 1625397"/>
              <a:gd name="csY15" fmla="*/ 945846 h 1625397"/>
              <a:gd name="csX16" fmla="*/ 683027 w 1625397"/>
              <a:gd name="csY16" fmla="*/ 877604 h 1625397"/>
              <a:gd name="csX17" fmla="*/ 1170191 w 1625397"/>
              <a:gd name="csY17" fmla="*/ 1364768 h 1625397"/>
              <a:gd name="csX18" fmla="*/ 1108693 w 1625397"/>
              <a:gd name="csY18" fmla="*/ 1518794 h 1625397"/>
              <a:gd name="csX19" fmla="*/ 601029 w 1625397"/>
              <a:gd name="csY19" fmla="*/ 1531811 h 1625397"/>
              <a:gd name="csX20" fmla="*/ 604002 w 1625397"/>
              <a:gd name="csY20" fmla="*/ 1529428 h 1625397"/>
              <a:gd name="csX21" fmla="*/ 606163 w 1625397"/>
              <a:gd name="csY21" fmla="*/ 1526883 h 1625397"/>
              <a:gd name="csX22" fmla="*/ 561280 w 1625397"/>
              <a:gd name="csY22" fmla="*/ 1563915 h 1625397"/>
              <a:gd name="csX23" fmla="*/ 360000 w 1625397"/>
              <a:gd name="csY23" fmla="*/ 1625397 h 1625397"/>
              <a:gd name="csX24" fmla="*/ 1625397 w 1625397"/>
              <a:gd name="csY24" fmla="*/ 1625397 h 162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523696" y="461477"/>
                </a:moveTo>
                <a:lnTo>
                  <a:pt x="1523696" y="1150431"/>
                </a:lnTo>
                <a:cubicBezTo>
                  <a:pt x="1466076" y="1150431"/>
                  <a:pt x="1410983" y="1174085"/>
                  <a:pt x="1371296" y="1215859"/>
                </a:cubicBezTo>
                <a:lnTo>
                  <a:pt x="871805" y="741342"/>
                </a:lnTo>
                <a:cubicBezTo>
                  <a:pt x="1041561" y="562652"/>
                  <a:pt x="1277226" y="461477"/>
                  <a:pt x="1523696" y="461477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434559" y="905397"/>
                  <a:pt x="503824" y="928063"/>
                  <a:pt x="561280" y="966879"/>
                </a:cubicBezTo>
                <a:lnTo>
                  <a:pt x="589159" y="989882"/>
                </a:lnTo>
                <a:lnTo>
                  <a:pt x="621427" y="945846"/>
                </a:lnTo>
                <a:cubicBezTo>
                  <a:pt x="640694" y="922172"/>
                  <a:pt x="661242" y="899389"/>
                  <a:pt x="683027" y="877604"/>
                </a:cubicBezTo>
                <a:lnTo>
                  <a:pt x="1170191" y="1364768"/>
                </a:lnTo>
                <a:cubicBezTo>
                  <a:pt x="1129448" y="1405512"/>
                  <a:pt x="1107216" y="1461193"/>
                  <a:pt x="1108693" y="1518794"/>
                </a:cubicBezTo>
                <a:lnTo>
                  <a:pt x="601029" y="1531811"/>
                </a:lnTo>
                <a:lnTo>
                  <a:pt x="604002" y="1529428"/>
                </a:lnTo>
                <a:lnTo>
                  <a:pt x="606163" y="1526883"/>
                </a:lnTo>
                <a:lnTo>
                  <a:pt x="561280" y="1563915"/>
                </a:lnTo>
                <a:cubicBezTo>
                  <a:pt x="503824" y="1602732"/>
                  <a:pt x="434559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D9BCF33D-CB96-8933-051F-0906EA4F5129}"/>
              </a:ext>
            </a:extLst>
          </p:cNvPr>
          <p:cNvSpPr/>
          <p:nvPr/>
        </p:nvSpPr>
        <p:spPr>
          <a:xfrm>
            <a:off x="7479362" y="976250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E09DED71-B2B1-E7F6-19C0-FC402344EF45}"/>
              </a:ext>
            </a:extLst>
          </p:cNvPr>
          <p:cNvSpPr/>
          <p:nvPr/>
        </p:nvSpPr>
        <p:spPr>
          <a:xfrm>
            <a:off x="7479362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04" name="그림 103" descr="시계, 측정기, 원, 게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5F606A-F09D-6B33-9FF0-E1CFA05C3E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8126592" y="-3441"/>
            <a:ext cx="1625397" cy="1625397"/>
          </a:xfrm>
          <a:custGeom>
            <a:avLst/>
            <a:gdLst>
              <a:gd name="connsiteX0" fmla="*/ 0 w 1625397"/>
              <a:gd name="connsiteY0" fmla="*/ 1265397 h 1625397"/>
              <a:gd name="connsiteX1" fmla="*/ 0 w 1625397"/>
              <a:gd name="connsiteY1" fmla="*/ 1625397 h 1625397"/>
              <a:gd name="connsiteX2" fmla="*/ 360000 w 1625397"/>
              <a:gd name="connsiteY2" fmla="*/ 1625397 h 1625397"/>
              <a:gd name="connsiteX3" fmla="*/ 0 w 1625397"/>
              <a:gd name="connsiteY3" fmla="*/ 1265397 h 1625397"/>
              <a:gd name="connsiteX4" fmla="*/ 1625397 w 1625397"/>
              <a:gd name="connsiteY4" fmla="*/ 0 h 1625397"/>
              <a:gd name="connsiteX5" fmla="*/ 0 w 1625397"/>
              <a:gd name="connsiteY5" fmla="*/ 0 h 1625397"/>
              <a:gd name="connsiteX6" fmla="*/ 0 w 1625397"/>
              <a:gd name="connsiteY6" fmla="*/ 1265397 h 1625397"/>
              <a:gd name="connsiteX7" fmla="*/ 360000 w 1625397"/>
              <a:gd name="connsiteY7" fmla="*/ 905397 h 1625397"/>
              <a:gd name="connsiteX8" fmla="*/ 720000 w 1625397"/>
              <a:gd name="connsiteY8" fmla="*/ 1265397 h 1625397"/>
              <a:gd name="connsiteX9" fmla="*/ 360000 w 1625397"/>
              <a:gd name="connsiteY9" fmla="*/ 1625397 h 1625397"/>
              <a:gd name="connsiteX10" fmla="*/ 1625397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558823" y="905397"/>
                  <a:pt x="720000" y="1066574"/>
                  <a:pt x="720000" y="1265397"/>
                </a:cubicBezTo>
                <a:cubicBezTo>
                  <a:pt x="720000" y="1464220"/>
                  <a:pt x="558823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pic>
        <p:nvPicPr>
          <p:cNvPr id="105" name="그림 104" descr="시계, 측정기, 원, 게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3B7429-402B-9CAF-233F-0698D63D5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26592" y="1626544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06" name="자유형: 도형 105">
            <a:extLst>
              <a:ext uri="{FF2B5EF4-FFF2-40B4-BE49-F238E27FC236}">
                <a16:creationId xmlns:a16="http://schemas.microsoft.com/office/drawing/2014/main" id="{5D5BE01C-3605-A9B9-E3E1-2ACB38A713DD}"/>
              </a:ext>
            </a:extLst>
          </p:cNvPr>
          <p:cNvSpPr/>
          <p:nvPr/>
        </p:nvSpPr>
        <p:spPr>
          <a:xfrm>
            <a:off x="9104759" y="976250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107" name="자유형: 도형 106">
            <a:extLst>
              <a:ext uri="{FF2B5EF4-FFF2-40B4-BE49-F238E27FC236}">
                <a16:creationId xmlns:a16="http://schemas.microsoft.com/office/drawing/2014/main" id="{16514422-927B-D7B2-BB44-81EC005E7EF8}"/>
              </a:ext>
            </a:extLst>
          </p:cNvPr>
          <p:cNvSpPr/>
          <p:nvPr/>
        </p:nvSpPr>
        <p:spPr>
          <a:xfrm>
            <a:off x="9104759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08" name="그림 107" descr="로고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3A021-6E86-5903-98D5-9058B11155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257676"/>
            <a:ext cx="1626544" cy="1626544"/>
          </a:xfrm>
          <a:custGeom>
            <a:avLst/>
            <a:gdLst>
              <a:gd name="connsiteX0" fmla="*/ 1626544 w 1626544"/>
              <a:gd name="connsiteY0" fmla="*/ 1266544 h 1626544"/>
              <a:gd name="connsiteX1" fmla="*/ 1626544 w 1626544"/>
              <a:gd name="connsiteY1" fmla="*/ 1626544 h 1626544"/>
              <a:gd name="connsiteX2" fmla="*/ 1266544 w 1626544"/>
              <a:gd name="connsiteY2" fmla="*/ 1626544 h 1626544"/>
              <a:gd name="connsiteX3" fmla="*/ 1626544 w 1626544"/>
              <a:gd name="connsiteY3" fmla="*/ 1266544 h 1626544"/>
              <a:gd name="connsiteX4" fmla="*/ 0 w 1626544"/>
              <a:gd name="connsiteY4" fmla="*/ 0 h 1626544"/>
              <a:gd name="connsiteX5" fmla="*/ 1626544 w 1626544"/>
              <a:gd name="connsiteY5" fmla="*/ 0 h 1626544"/>
              <a:gd name="connsiteX6" fmla="*/ 1626544 w 1626544"/>
              <a:gd name="connsiteY6" fmla="*/ 1266544 h 1626544"/>
              <a:gd name="connsiteX7" fmla="*/ 1266544 w 1626544"/>
              <a:gd name="connsiteY7" fmla="*/ 906544 h 1626544"/>
              <a:gd name="connsiteX8" fmla="*/ 906544 w 1626544"/>
              <a:gd name="connsiteY8" fmla="*/ 1266544 h 1626544"/>
              <a:gd name="connsiteX9" fmla="*/ 1266544 w 1626544"/>
              <a:gd name="connsiteY9" fmla="*/ 1626544 h 1626544"/>
              <a:gd name="connsiteX10" fmla="*/ 0 w 1626544"/>
              <a:gd name="connsiteY10" fmla="*/ 1626544 h 1626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544" h="1626544">
                <a:moveTo>
                  <a:pt x="1626544" y="1266544"/>
                </a:moveTo>
                <a:lnTo>
                  <a:pt x="1626544" y="1626544"/>
                </a:lnTo>
                <a:lnTo>
                  <a:pt x="1266544" y="1626544"/>
                </a:lnTo>
                <a:cubicBezTo>
                  <a:pt x="1465367" y="1626544"/>
                  <a:pt x="1626544" y="1465367"/>
                  <a:pt x="1626544" y="1266544"/>
                </a:cubicBezTo>
                <a:close/>
                <a:moveTo>
                  <a:pt x="0" y="0"/>
                </a:moveTo>
                <a:lnTo>
                  <a:pt x="1626544" y="0"/>
                </a:lnTo>
                <a:lnTo>
                  <a:pt x="1626544" y="1266544"/>
                </a:lnTo>
                <a:cubicBezTo>
                  <a:pt x="1626544" y="1067721"/>
                  <a:pt x="1465367" y="906544"/>
                  <a:pt x="1266544" y="906544"/>
                </a:cubicBezTo>
                <a:cubicBezTo>
                  <a:pt x="1067721" y="906544"/>
                  <a:pt x="906544" y="1067721"/>
                  <a:pt x="906544" y="1266544"/>
                </a:cubicBezTo>
                <a:cubicBezTo>
                  <a:pt x="906544" y="1465367"/>
                  <a:pt x="1067721" y="1626544"/>
                  <a:pt x="1266544" y="1626544"/>
                </a:cubicBezTo>
                <a:lnTo>
                  <a:pt x="0" y="1626544"/>
                </a:lnTo>
                <a:close/>
              </a:path>
            </a:pathLst>
          </a:custGeom>
        </p:spPr>
      </p:pic>
      <p:pic>
        <p:nvPicPr>
          <p:cNvPr id="109" name="그림 108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503BF6-D0BF-9795-4FB5-6A520747C7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6544" y="3257676"/>
            <a:ext cx="1625397" cy="1625397"/>
          </a:xfrm>
          <a:custGeom>
            <a:avLst/>
            <a:gdLst>
              <a:gd name="connsiteX0" fmla="*/ 1625397 w 1625397"/>
              <a:gd name="connsiteY0" fmla="*/ 1266544 h 1625397"/>
              <a:gd name="connsiteX1" fmla="*/ 1625397 w 1625397"/>
              <a:gd name="connsiteY1" fmla="*/ 1625397 h 1625397"/>
              <a:gd name="connsiteX2" fmla="*/ 1276775 w 1625397"/>
              <a:gd name="connsiteY2" fmla="*/ 1625397 h 1625397"/>
              <a:gd name="connsiteX3" fmla="*/ 1337950 w 1625397"/>
              <a:gd name="connsiteY3" fmla="*/ 1619230 h 1625397"/>
              <a:gd name="connsiteX4" fmla="*/ 1625397 w 1625397"/>
              <a:gd name="connsiteY4" fmla="*/ 1266544 h 1625397"/>
              <a:gd name="connsiteX5" fmla="*/ 0 w 1625397"/>
              <a:gd name="connsiteY5" fmla="*/ 0 h 1625397"/>
              <a:gd name="connsiteX6" fmla="*/ 1625397 w 1625397"/>
              <a:gd name="connsiteY6" fmla="*/ 0 h 1625397"/>
              <a:gd name="connsiteX7" fmla="*/ 1625397 w 1625397"/>
              <a:gd name="connsiteY7" fmla="*/ 1266544 h 1625397"/>
              <a:gd name="connsiteX8" fmla="*/ 1265397 w 1625397"/>
              <a:gd name="connsiteY8" fmla="*/ 906544 h 1625397"/>
              <a:gd name="connsiteX9" fmla="*/ 905397 w 1625397"/>
              <a:gd name="connsiteY9" fmla="*/ 1266544 h 1625397"/>
              <a:gd name="connsiteX10" fmla="*/ 1192844 w 1625397"/>
              <a:gd name="connsiteY10" fmla="*/ 1619230 h 1625397"/>
              <a:gd name="connsiteX11" fmla="*/ 1254019 w 1625397"/>
              <a:gd name="connsiteY11" fmla="*/ 1625397 h 1625397"/>
              <a:gd name="connsiteX12" fmla="*/ 0 w 1625397"/>
              <a:gd name="connsiteY12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5397" h="1625397">
                <a:moveTo>
                  <a:pt x="1625397" y="1266544"/>
                </a:moveTo>
                <a:lnTo>
                  <a:pt x="1625397" y="1625397"/>
                </a:lnTo>
                <a:lnTo>
                  <a:pt x="1276775" y="1625397"/>
                </a:lnTo>
                <a:lnTo>
                  <a:pt x="1337950" y="1619230"/>
                </a:lnTo>
                <a:cubicBezTo>
                  <a:pt x="1501996" y="1585662"/>
                  <a:pt x="1625397" y="1440514"/>
                  <a:pt x="1625397" y="1266544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6544"/>
                </a:lnTo>
                <a:cubicBezTo>
                  <a:pt x="1625397" y="1067721"/>
                  <a:pt x="1464220" y="906544"/>
                  <a:pt x="1265397" y="906544"/>
                </a:cubicBezTo>
                <a:cubicBezTo>
                  <a:pt x="1066574" y="906544"/>
                  <a:pt x="905397" y="1067721"/>
                  <a:pt x="905397" y="1266544"/>
                </a:cubicBezTo>
                <a:cubicBezTo>
                  <a:pt x="905397" y="1440514"/>
                  <a:pt x="1028798" y="1585662"/>
                  <a:pt x="1192844" y="1619230"/>
                </a:cubicBezTo>
                <a:lnTo>
                  <a:pt x="1254019" y="1625397"/>
                </a:ln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10" name="자유형: 도형 109">
            <a:extLst>
              <a:ext uri="{FF2B5EF4-FFF2-40B4-BE49-F238E27FC236}">
                <a16:creationId xmlns:a16="http://schemas.microsoft.com/office/drawing/2014/main" id="{77C0E8CC-4409-B60A-1057-A2DDE2C00910}"/>
              </a:ext>
            </a:extLst>
          </p:cNvPr>
          <p:cNvSpPr/>
          <p:nvPr/>
        </p:nvSpPr>
        <p:spPr>
          <a:xfrm>
            <a:off x="978544" y="4236220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1" name="자유형: 도형 110">
            <a:extLst>
              <a:ext uri="{FF2B5EF4-FFF2-40B4-BE49-F238E27FC236}">
                <a16:creationId xmlns:a16="http://schemas.microsoft.com/office/drawing/2014/main" id="{715B7D14-E51B-8CD7-B930-B384BD5EFA27}"/>
              </a:ext>
            </a:extLst>
          </p:cNvPr>
          <p:cNvSpPr/>
          <p:nvPr/>
        </p:nvSpPr>
        <p:spPr>
          <a:xfrm>
            <a:off x="2603941" y="4235073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12" name="그림 111" descr="로고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BC000-B992-0BD7-06C1-39E423CA69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883073"/>
            <a:ext cx="1626544" cy="1626544"/>
          </a:xfrm>
          <a:custGeom>
            <a:avLst/>
            <a:gdLst>
              <a:gd name="connsiteX0" fmla="*/ 1626544 w 1626544"/>
              <a:gd name="connsiteY0" fmla="*/ 1266544 h 1626544"/>
              <a:gd name="connsiteX1" fmla="*/ 1626544 w 1626544"/>
              <a:gd name="connsiteY1" fmla="*/ 1626544 h 1626544"/>
              <a:gd name="connsiteX2" fmla="*/ 1266544 w 1626544"/>
              <a:gd name="connsiteY2" fmla="*/ 1626544 h 1626544"/>
              <a:gd name="connsiteX3" fmla="*/ 1626544 w 1626544"/>
              <a:gd name="connsiteY3" fmla="*/ 1266544 h 1626544"/>
              <a:gd name="connsiteX4" fmla="*/ 0 w 1626544"/>
              <a:gd name="connsiteY4" fmla="*/ 0 h 1626544"/>
              <a:gd name="connsiteX5" fmla="*/ 1626544 w 1626544"/>
              <a:gd name="connsiteY5" fmla="*/ 0 h 1626544"/>
              <a:gd name="connsiteX6" fmla="*/ 1626544 w 1626544"/>
              <a:gd name="connsiteY6" fmla="*/ 1266544 h 1626544"/>
              <a:gd name="connsiteX7" fmla="*/ 1266544 w 1626544"/>
              <a:gd name="connsiteY7" fmla="*/ 906544 h 1626544"/>
              <a:gd name="connsiteX8" fmla="*/ 906544 w 1626544"/>
              <a:gd name="connsiteY8" fmla="*/ 1266544 h 1626544"/>
              <a:gd name="connsiteX9" fmla="*/ 1266544 w 1626544"/>
              <a:gd name="connsiteY9" fmla="*/ 1626544 h 1626544"/>
              <a:gd name="connsiteX10" fmla="*/ 0 w 1626544"/>
              <a:gd name="connsiteY10" fmla="*/ 1626544 h 1626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544" h="1626544">
                <a:moveTo>
                  <a:pt x="1626544" y="1266544"/>
                </a:moveTo>
                <a:lnTo>
                  <a:pt x="1626544" y="1626544"/>
                </a:lnTo>
                <a:lnTo>
                  <a:pt x="1266544" y="1626544"/>
                </a:lnTo>
                <a:cubicBezTo>
                  <a:pt x="1465367" y="1626544"/>
                  <a:pt x="1626544" y="1465367"/>
                  <a:pt x="1626544" y="1266544"/>
                </a:cubicBezTo>
                <a:close/>
                <a:moveTo>
                  <a:pt x="0" y="0"/>
                </a:moveTo>
                <a:lnTo>
                  <a:pt x="1626544" y="0"/>
                </a:lnTo>
                <a:lnTo>
                  <a:pt x="1626544" y="1266544"/>
                </a:lnTo>
                <a:cubicBezTo>
                  <a:pt x="1626544" y="1067721"/>
                  <a:pt x="1465367" y="906544"/>
                  <a:pt x="1266544" y="906544"/>
                </a:cubicBezTo>
                <a:cubicBezTo>
                  <a:pt x="1067721" y="906544"/>
                  <a:pt x="906544" y="1067721"/>
                  <a:pt x="906544" y="1266544"/>
                </a:cubicBezTo>
                <a:cubicBezTo>
                  <a:pt x="906544" y="1465367"/>
                  <a:pt x="1067721" y="1626544"/>
                  <a:pt x="1266544" y="1626544"/>
                </a:cubicBezTo>
                <a:lnTo>
                  <a:pt x="0" y="1626544"/>
                </a:lnTo>
                <a:close/>
              </a:path>
            </a:pathLst>
          </a:custGeom>
        </p:spPr>
      </p:pic>
      <p:pic>
        <p:nvPicPr>
          <p:cNvPr id="113" name="그림 112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BC5A5B-4574-6745-2AE9-6F9C249BDE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6544" y="4884220"/>
            <a:ext cx="1625397" cy="1625397"/>
          </a:xfrm>
          <a:custGeom>
            <a:avLst/>
            <a:gdLst>
              <a:gd name="connsiteX0" fmla="*/ 1625397 w 1625397"/>
              <a:gd name="connsiteY0" fmla="*/ 1266544 h 1625397"/>
              <a:gd name="connsiteX1" fmla="*/ 1625397 w 1625397"/>
              <a:gd name="connsiteY1" fmla="*/ 1625397 h 1625397"/>
              <a:gd name="connsiteX2" fmla="*/ 1276775 w 1625397"/>
              <a:gd name="connsiteY2" fmla="*/ 1625397 h 1625397"/>
              <a:gd name="connsiteX3" fmla="*/ 1337950 w 1625397"/>
              <a:gd name="connsiteY3" fmla="*/ 1619230 h 1625397"/>
              <a:gd name="connsiteX4" fmla="*/ 1625397 w 1625397"/>
              <a:gd name="connsiteY4" fmla="*/ 1266544 h 1625397"/>
              <a:gd name="connsiteX5" fmla="*/ 0 w 1625397"/>
              <a:gd name="connsiteY5" fmla="*/ 0 h 1625397"/>
              <a:gd name="connsiteX6" fmla="*/ 1625397 w 1625397"/>
              <a:gd name="connsiteY6" fmla="*/ 0 h 1625397"/>
              <a:gd name="connsiteX7" fmla="*/ 1625397 w 1625397"/>
              <a:gd name="connsiteY7" fmla="*/ 1266544 h 1625397"/>
              <a:gd name="connsiteX8" fmla="*/ 1265397 w 1625397"/>
              <a:gd name="connsiteY8" fmla="*/ 906544 h 1625397"/>
              <a:gd name="connsiteX9" fmla="*/ 905397 w 1625397"/>
              <a:gd name="connsiteY9" fmla="*/ 1266544 h 1625397"/>
              <a:gd name="connsiteX10" fmla="*/ 1192844 w 1625397"/>
              <a:gd name="connsiteY10" fmla="*/ 1619230 h 1625397"/>
              <a:gd name="connsiteX11" fmla="*/ 1254019 w 1625397"/>
              <a:gd name="connsiteY11" fmla="*/ 1625397 h 1625397"/>
              <a:gd name="connsiteX12" fmla="*/ 0 w 1625397"/>
              <a:gd name="connsiteY12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5397" h="1625397">
                <a:moveTo>
                  <a:pt x="1625397" y="1266544"/>
                </a:moveTo>
                <a:lnTo>
                  <a:pt x="1625397" y="1625397"/>
                </a:lnTo>
                <a:lnTo>
                  <a:pt x="1276775" y="1625397"/>
                </a:lnTo>
                <a:lnTo>
                  <a:pt x="1337950" y="1619230"/>
                </a:lnTo>
                <a:cubicBezTo>
                  <a:pt x="1501996" y="1585662"/>
                  <a:pt x="1625397" y="1440514"/>
                  <a:pt x="1625397" y="1266544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6544"/>
                </a:lnTo>
                <a:cubicBezTo>
                  <a:pt x="1625397" y="1067721"/>
                  <a:pt x="1464220" y="906544"/>
                  <a:pt x="1265397" y="906544"/>
                </a:cubicBezTo>
                <a:cubicBezTo>
                  <a:pt x="1066574" y="906544"/>
                  <a:pt x="905397" y="1067721"/>
                  <a:pt x="905397" y="1266544"/>
                </a:cubicBezTo>
                <a:cubicBezTo>
                  <a:pt x="905397" y="1440514"/>
                  <a:pt x="1028798" y="1585662"/>
                  <a:pt x="1192844" y="1619230"/>
                </a:cubicBezTo>
                <a:lnTo>
                  <a:pt x="1254019" y="1625397"/>
                </a:ln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14" name="자유형: 도형 113">
            <a:extLst>
              <a:ext uri="{FF2B5EF4-FFF2-40B4-BE49-F238E27FC236}">
                <a16:creationId xmlns:a16="http://schemas.microsoft.com/office/drawing/2014/main" id="{A852E68A-F81A-07F4-4AC1-E08F1B7C9DEE}"/>
              </a:ext>
            </a:extLst>
          </p:cNvPr>
          <p:cNvSpPr/>
          <p:nvPr/>
        </p:nvSpPr>
        <p:spPr>
          <a:xfrm>
            <a:off x="975751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5" name="자유형: 도형 114">
            <a:extLst>
              <a:ext uri="{FF2B5EF4-FFF2-40B4-BE49-F238E27FC236}">
                <a16:creationId xmlns:a16="http://schemas.microsoft.com/office/drawing/2014/main" id="{058B66BA-8EF1-5CF6-5555-2F49B323C531}"/>
              </a:ext>
            </a:extLst>
          </p:cNvPr>
          <p:cNvSpPr/>
          <p:nvPr/>
        </p:nvSpPr>
        <p:spPr>
          <a:xfrm>
            <a:off x="2603941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16" name="그림 115" descr="상징, 그래픽, 원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9369ED-30CB-43B5-4C5A-E93ECDEB33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51941" y="3256529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17" name="자유형: 도형 116">
            <a:extLst>
              <a:ext uri="{FF2B5EF4-FFF2-40B4-BE49-F238E27FC236}">
                <a16:creationId xmlns:a16="http://schemas.microsoft.com/office/drawing/2014/main" id="{C551BC68-FC64-CE53-CB7E-E6A2831673A9}"/>
              </a:ext>
            </a:extLst>
          </p:cNvPr>
          <p:cNvSpPr/>
          <p:nvPr/>
        </p:nvSpPr>
        <p:spPr>
          <a:xfrm>
            <a:off x="4229338" y="4233926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pic>
        <p:nvPicPr>
          <p:cNvPr id="119" name="그림 118" descr="상징, 그래픽, 원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CE591D-1012-ED66-CFCC-EC9B569AB9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51941" y="4884220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7B77ADDD-7A42-671E-D896-92EAD572714C}"/>
              </a:ext>
            </a:extLst>
          </p:cNvPr>
          <p:cNvSpPr/>
          <p:nvPr/>
        </p:nvSpPr>
        <p:spPr>
          <a:xfrm>
            <a:off x="4229338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6" name="그림 15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BA1EB4-7B49-6C53-1696-A26ECF6752D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6501965" y="3254235"/>
            <a:ext cx="1625397" cy="1625397"/>
          </a:xfrm>
          <a:custGeom>
            <a:avLst/>
            <a:gdLst>
              <a:gd name="csX0" fmla="*/ 0 w 1625397"/>
              <a:gd name="csY0" fmla="*/ 1265397 h 1625397"/>
              <a:gd name="csX1" fmla="*/ 0 w 1625397"/>
              <a:gd name="csY1" fmla="*/ 1625397 h 1625397"/>
              <a:gd name="csX2" fmla="*/ 360000 w 1625397"/>
              <a:gd name="csY2" fmla="*/ 1625397 h 1625397"/>
              <a:gd name="csX3" fmla="*/ 0 w 1625397"/>
              <a:gd name="csY3" fmla="*/ 1265397 h 1625397"/>
              <a:gd name="csX4" fmla="*/ 1523696 w 1625397"/>
              <a:gd name="csY4" fmla="*/ 431368 h 1625397"/>
              <a:gd name="csX5" fmla="*/ 1523696 w 1625397"/>
              <a:gd name="csY5" fmla="*/ 1120322 h 1625397"/>
              <a:gd name="csX6" fmla="*/ 1371296 w 1625397"/>
              <a:gd name="csY6" fmla="*/ 1185750 h 1625397"/>
              <a:gd name="csX7" fmla="*/ 871805 w 1625397"/>
              <a:gd name="csY7" fmla="*/ 711233 h 1625397"/>
              <a:gd name="csX8" fmla="*/ 1523696 w 1625397"/>
              <a:gd name="csY8" fmla="*/ 431368 h 1625397"/>
              <a:gd name="csX9" fmla="*/ 1625397 w 1625397"/>
              <a:gd name="csY9" fmla="*/ 0 h 1625397"/>
              <a:gd name="csX10" fmla="*/ 0 w 1625397"/>
              <a:gd name="csY10" fmla="*/ 0 h 1625397"/>
              <a:gd name="csX11" fmla="*/ 0 w 1625397"/>
              <a:gd name="csY11" fmla="*/ 1265397 h 1625397"/>
              <a:gd name="csX12" fmla="*/ 360000 w 1625397"/>
              <a:gd name="csY12" fmla="*/ 905397 h 1625397"/>
              <a:gd name="csX13" fmla="*/ 561280 w 1625397"/>
              <a:gd name="csY13" fmla="*/ 966879 h 1625397"/>
              <a:gd name="csX14" fmla="*/ 575410 w 1625397"/>
              <a:gd name="csY14" fmla="*/ 978538 h 1625397"/>
              <a:gd name="csX15" fmla="*/ 621427 w 1625397"/>
              <a:gd name="csY15" fmla="*/ 915737 h 1625397"/>
              <a:gd name="csX16" fmla="*/ 683027 w 1625397"/>
              <a:gd name="csY16" fmla="*/ 847495 h 1625397"/>
              <a:gd name="csX17" fmla="*/ 1170191 w 1625397"/>
              <a:gd name="csY17" fmla="*/ 1334659 h 1625397"/>
              <a:gd name="csX18" fmla="*/ 1108693 w 1625397"/>
              <a:gd name="csY18" fmla="*/ 1488685 h 1625397"/>
              <a:gd name="csX19" fmla="*/ 630237 w 1625397"/>
              <a:gd name="csY19" fmla="*/ 1500954 h 1625397"/>
              <a:gd name="csX20" fmla="*/ 614559 w 1625397"/>
              <a:gd name="csY20" fmla="*/ 1519956 h 1625397"/>
              <a:gd name="csX21" fmla="*/ 360000 w 1625397"/>
              <a:gd name="csY21" fmla="*/ 1625397 h 1625397"/>
              <a:gd name="csX22" fmla="*/ 1625397 w 1625397"/>
              <a:gd name="csY22" fmla="*/ 1625397 h 162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523696" y="431368"/>
                </a:moveTo>
                <a:lnTo>
                  <a:pt x="1523696" y="1120322"/>
                </a:lnTo>
                <a:cubicBezTo>
                  <a:pt x="1466076" y="1120322"/>
                  <a:pt x="1410983" y="1143976"/>
                  <a:pt x="1371296" y="1185750"/>
                </a:cubicBezTo>
                <a:lnTo>
                  <a:pt x="871805" y="711233"/>
                </a:lnTo>
                <a:cubicBezTo>
                  <a:pt x="1041561" y="532543"/>
                  <a:pt x="1277226" y="431368"/>
                  <a:pt x="1523696" y="431368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434559" y="905397"/>
                  <a:pt x="503824" y="928063"/>
                  <a:pt x="561280" y="966879"/>
                </a:cubicBezTo>
                <a:lnTo>
                  <a:pt x="575410" y="978538"/>
                </a:lnTo>
                <a:lnTo>
                  <a:pt x="621427" y="915737"/>
                </a:lnTo>
                <a:cubicBezTo>
                  <a:pt x="640694" y="892063"/>
                  <a:pt x="661242" y="869280"/>
                  <a:pt x="683027" y="847495"/>
                </a:cubicBezTo>
                <a:lnTo>
                  <a:pt x="1170191" y="1334659"/>
                </a:lnTo>
                <a:cubicBezTo>
                  <a:pt x="1129448" y="1375403"/>
                  <a:pt x="1107216" y="1431085"/>
                  <a:pt x="1108693" y="1488685"/>
                </a:cubicBezTo>
                <a:lnTo>
                  <a:pt x="630237" y="1500954"/>
                </a:lnTo>
                <a:lnTo>
                  <a:pt x="614559" y="1519956"/>
                </a:lnTo>
                <a:cubicBezTo>
                  <a:pt x="549412" y="1585103"/>
                  <a:pt x="459412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pic>
        <p:nvPicPr>
          <p:cNvPr id="17" name="그림 16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21ECC4-2947-FDE8-C22C-69A83705D3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6501965" y="4884220"/>
            <a:ext cx="1625397" cy="1625397"/>
          </a:xfrm>
          <a:custGeom>
            <a:avLst/>
            <a:gdLst>
              <a:gd name="csX0" fmla="*/ 0 w 1625397"/>
              <a:gd name="csY0" fmla="*/ 1265397 h 1625397"/>
              <a:gd name="csX1" fmla="*/ 0 w 1625397"/>
              <a:gd name="csY1" fmla="*/ 1625397 h 1625397"/>
              <a:gd name="csX2" fmla="*/ 360000 w 1625397"/>
              <a:gd name="csY2" fmla="*/ 1625397 h 1625397"/>
              <a:gd name="csX3" fmla="*/ 0 w 1625397"/>
              <a:gd name="csY3" fmla="*/ 1265397 h 1625397"/>
              <a:gd name="csX4" fmla="*/ 1523696 w 1625397"/>
              <a:gd name="csY4" fmla="*/ 433177 h 1625397"/>
              <a:gd name="csX5" fmla="*/ 1523696 w 1625397"/>
              <a:gd name="csY5" fmla="*/ 1122130 h 1625397"/>
              <a:gd name="csX6" fmla="*/ 1371296 w 1625397"/>
              <a:gd name="csY6" fmla="*/ 1187558 h 1625397"/>
              <a:gd name="csX7" fmla="*/ 871805 w 1625397"/>
              <a:gd name="csY7" fmla="*/ 713041 h 1625397"/>
              <a:gd name="csX8" fmla="*/ 1523696 w 1625397"/>
              <a:gd name="csY8" fmla="*/ 433177 h 1625397"/>
              <a:gd name="csX9" fmla="*/ 1625397 w 1625397"/>
              <a:gd name="csY9" fmla="*/ 0 h 1625397"/>
              <a:gd name="csX10" fmla="*/ 0 w 1625397"/>
              <a:gd name="csY10" fmla="*/ 0 h 1625397"/>
              <a:gd name="csX11" fmla="*/ 0 w 1625397"/>
              <a:gd name="csY11" fmla="*/ 1265397 h 1625397"/>
              <a:gd name="csX12" fmla="*/ 360000 w 1625397"/>
              <a:gd name="csY12" fmla="*/ 905397 h 1625397"/>
              <a:gd name="csX13" fmla="*/ 561280 w 1625397"/>
              <a:gd name="csY13" fmla="*/ 966879 h 1625397"/>
              <a:gd name="csX14" fmla="*/ 576235 w 1625397"/>
              <a:gd name="csY14" fmla="*/ 979219 h 1625397"/>
              <a:gd name="csX15" fmla="*/ 621427 w 1625397"/>
              <a:gd name="csY15" fmla="*/ 917545 h 1625397"/>
              <a:gd name="csX16" fmla="*/ 683027 w 1625397"/>
              <a:gd name="csY16" fmla="*/ 849303 h 1625397"/>
              <a:gd name="csX17" fmla="*/ 1170191 w 1625397"/>
              <a:gd name="csY17" fmla="*/ 1336467 h 1625397"/>
              <a:gd name="csX18" fmla="*/ 1108693 w 1625397"/>
              <a:gd name="csY18" fmla="*/ 1490493 h 1625397"/>
              <a:gd name="csX19" fmla="*/ 628713 w 1625397"/>
              <a:gd name="csY19" fmla="*/ 1502801 h 1625397"/>
              <a:gd name="csX20" fmla="*/ 614559 w 1625397"/>
              <a:gd name="csY20" fmla="*/ 1519956 h 1625397"/>
              <a:gd name="csX21" fmla="*/ 360000 w 1625397"/>
              <a:gd name="csY21" fmla="*/ 1625397 h 1625397"/>
              <a:gd name="csX22" fmla="*/ 1625397 w 1625397"/>
              <a:gd name="csY22" fmla="*/ 1625397 h 162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523696" y="433177"/>
                </a:moveTo>
                <a:lnTo>
                  <a:pt x="1523696" y="1122130"/>
                </a:lnTo>
                <a:cubicBezTo>
                  <a:pt x="1466076" y="1122130"/>
                  <a:pt x="1410983" y="1145784"/>
                  <a:pt x="1371296" y="1187558"/>
                </a:cubicBezTo>
                <a:lnTo>
                  <a:pt x="871805" y="713041"/>
                </a:lnTo>
                <a:cubicBezTo>
                  <a:pt x="1041561" y="534351"/>
                  <a:pt x="1277226" y="433177"/>
                  <a:pt x="1523696" y="433177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434559" y="905397"/>
                  <a:pt x="503824" y="928063"/>
                  <a:pt x="561280" y="966879"/>
                </a:cubicBezTo>
                <a:lnTo>
                  <a:pt x="576235" y="979219"/>
                </a:lnTo>
                <a:lnTo>
                  <a:pt x="621427" y="917545"/>
                </a:lnTo>
                <a:cubicBezTo>
                  <a:pt x="640694" y="893871"/>
                  <a:pt x="661242" y="871088"/>
                  <a:pt x="683027" y="849303"/>
                </a:cubicBezTo>
                <a:lnTo>
                  <a:pt x="1170191" y="1336467"/>
                </a:lnTo>
                <a:cubicBezTo>
                  <a:pt x="1129448" y="1377211"/>
                  <a:pt x="1107216" y="1432893"/>
                  <a:pt x="1108693" y="1490493"/>
                </a:cubicBezTo>
                <a:lnTo>
                  <a:pt x="628713" y="1502801"/>
                </a:lnTo>
                <a:lnTo>
                  <a:pt x="614559" y="1519956"/>
                </a:lnTo>
                <a:cubicBezTo>
                  <a:pt x="549412" y="1585103"/>
                  <a:pt x="459412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sp>
        <p:nvSpPr>
          <p:cNvPr id="123" name="자유형: 도형 122">
            <a:extLst>
              <a:ext uri="{FF2B5EF4-FFF2-40B4-BE49-F238E27FC236}">
                <a16:creationId xmlns:a16="http://schemas.microsoft.com/office/drawing/2014/main" id="{A891CA2C-2669-6101-5369-76EADB0FAD39}"/>
              </a:ext>
            </a:extLst>
          </p:cNvPr>
          <p:cNvSpPr/>
          <p:nvPr/>
        </p:nvSpPr>
        <p:spPr>
          <a:xfrm>
            <a:off x="7479362" y="4233926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124" name="자유형: 도형 123">
            <a:extLst>
              <a:ext uri="{FF2B5EF4-FFF2-40B4-BE49-F238E27FC236}">
                <a16:creationId xmlns:a16="http://schemas.microsoft.com/office/drawing/2014/main" id="{0DC43779-484C-09A4-08F0-0859E2051DF5}"/>
              </a:ext>
            </a:extLst>
          </p:cNvPr>
          <p:cNvSpPr/>
          <p:nvPr/>
        </p:nvSpPr>
        <p:spPr>
          <a:xfrm>
            <a:off x="7479362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5" name="그림 124" descr="시계, 측정기, 원, 게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D63E30-E9BB-8874-2F9B-40F8CC26FD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8126592" y="3254235"/>
            <a:ext cx="1625397" cy="1625397"/>
          </a:xfrm>
          <a:custGeom>
            <a:avLst/>
            <a:gdLst>
              <a:gd name="connsiteX0" fmla="*/ 0 w 1625397"/>
              <a:gd name="connsiteY0" fmla="*/ 1265397 h 1625397"/>
              <a:gd name="connsiteX1" fmla="*/ 0 w 1625397"/>
              <a:gd name="connsiteY1" fmla="*/ 1625397 h 1625397"/>
              <a:gd name="connsiteX2" fmla="*/ 360000 w 1625397"/>
              <a:gd name="connsiteY2" fmla="*/ 1625397 h 1625397"/>
              <a:gd name="connsiteX3" fmla="*/ 0 w 1625397"/>
              <a:gd name="connsiteY3" fmla="*/ 1265397 h 1625397"/>
              <a:gd name="connsiteX4" fmla="*/ 1625397 w 1625397"/>
              <a:gd name="connsiteY4" fmla="*/ 0 h 1625397"/>
              <a:gd name="connsiteX5" fmla="*/ 0 w 1625397"/>
              <a:gd name="connsiteY5" fmla="*/ 0 h 1625397"/>
              <a:gd name="connsiteX6" fmla="*/ 0 w 1625397"/>
              <a:gd name="connsiteY6" fmla="*/ 1265397 h 1625397"/>
              <a:gd name="connsiteX7" fmla="*/ 360000 w 1625397"/>
              <a:gd name="connsiteY7" fmla="*/ 905397 h 1625397"/>
              <a:gd name="connsiteX8" fmla="*/ 720000 w 1625397"/>
              <a:gd name="connsiteY8" fmla="*/ 1265397 h 1625397"/>
              <a:gd name="connsiteX9" fmla="*/ 360000 w 1625397"/>
              <a:gd name="connsiteY9" fmla="*/ 1625397 h 1625397"/>
              <a:gd name="connsiteX10" fmla="*/ 1625397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0" y="1265397"/>
                </a:moveTo>
                <a:lnTo>
                  <a:pt x="0" y="1625397"/>
                </a:lnTo>
                <a:lnTo>
                  <a:pt x="360000" y="1625397"/>
                </a:lnTo>
                <a:cubicBezTo>
                  <a:pt x="161177" y="1625397"/>
                  <a:pt x="0" y="1464220"/>
                  <a:pt x="0" y="1265397"/>
                </a:cubicBezTo>
                <a:close/>
                <a:moveTo>
                  <a:pt x="1625397" y="0"/>
                </a:moveTo>
                <a:lnTo>
                  <a:pt x="0" y="0"/>
                </a:lnTo>
                <a:lnTo>
                  <a:pt x="0" y="1265397"/>
                </a:lnTo>
                <a:cubicBezTo>
                  <a:pt x="0" y="1066574"/>
                  <a:pt x="161177" y="905397"/>
                  <a:pt x="360000" y="905397"/>
                </a:cubicBezTo>
                <a:cubicBezTo>
                  <a:pt x="558823" y="905397"/>
                  <a:pt x="720000" y="1066574"/>
                  <a:pt x="720000" y="1265397"/>
                </a:cubicBezTo>
                <a:cubicBezTo>
                  <a:pt x="720000" y="1464220"/>
                  <a:pt x="558823" y="1625397"/>
                  <a:pt x="360000" y="1625397"/>
                </a:cubicBezTo>
                <a:lnTo>
                  <a:pt x="1625397" y="1625397"/>
                </a:lnTo>
                <a:close/>
              </a:path>
            </a:pathLst>
          </a:custGeom>
        </p:spPr>
      </p:pic>
      <p:pic>
        <p:nvPicPr>
          <p:cNvPr id="126" name="그림 125" descr="시계, 측정기, 원, 게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52EE2F-B70C-0E1B-91A3-F2398C0978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26592" y="4884220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27" name="자유형: 도형 126">
            <a:extLst>
              <a:ext uri="{FF2B5EF4-FFF2-40B4-BE49-F238E27FC236}">
                <a16:creationId xmlns:a16="http://schemas.microsoft.com/office/drawing/2014/main" id="{9D05156F-35FB-660D-5A57-45D1298806E0}"/>
              </a:ext>
            </a:extLst>
          </p:cNvPr>
          <p:cNvSpPr/>
          <p:nvPr/>
        </p:nvSpPr>
        <p:spPr>
          <a:xfrm>
            <a:off x="9104759" y="4233926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128" name="자유형: 도형 127">
            <a:extLst>
              <a:ext uri="{FF2B5EF4-FFF2-40B4-BE49-F238E27FC236}">
                <a16:creationId xmlns:a16="http://schemas.microsoft.com/office/drawing/2014/main" id="{D68B5230-579E-15C8-A285-D099C985D177}"/>
              </a:ext>
            </a:extLst>
          </p:cNvPr>
          <p:cNvSpPr/>
          <p:nvPr/>
        </p:nvSpPr>
        <p:spPr>
          <a:xfrm>
            <a:off x="9104759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36" name="그림 135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7EB1BE-D530-FE8B-20ED-1744C002AD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568" y="-3441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pic>
        <p:nvPicPr>
          <p:cNvPr id="138" name="그림 137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C9FD51-7B69-377F-A8EA-6AEC45241E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568" y="1626544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pic>
        <p:nvPicPr>
          <p:cNvPr id="140" name="그림 139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C3352D-426B-5F81-ECA4-DB2CBC514A5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568" y="3254235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pic>
        <p:nvPicPr>
          <p:cNvPr id="141" name="그림 140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2B0073-4129-3382-7D46-7C522A92DF0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568" y="4884220"/>
            <a:ext cx="1625397" cy="1625397"/>
          </a:xfrm>
          <a:custGeom>
            <a:avLst/>
            <a:gdLst>
              <a:gd name="connsiteX0" fmla="*/ 1625397 w 1625397"/>
              <a:gd name="connsiteY0" fmla="*/ 1265397 h 1625397"/>
              <a:gd name="connsiteX1" fmla="*/ 1625397 w 1625397"/>
              <a:gd name="connsiteY1" fmla="*/ 1625397 h 1625397"/>
              <a:gd name="connsiteX2" fmla="*/ 1265397 w 1625397"/>
              <a:gd name="connsiteY2" fmla="*/ 1625397 h 1625397"/>
              <a:gd name="connsiteX3" fmla="*/ 1625397 w 1625397"/>
              <a:gd name="connsiteY3" fmla="*/ 1265397 h 1625397"/>
              <a:gd name="connsiteX4" fmla="*/ 0 w 1625397"/>
              <a:gd name="connsiteY4" fmla="*/ 0 h 1625397"/>
              <a:gd name="connsiteX5" fmla="*/ 1625397 w 1625397"/>
              <a:gd name="connsiteY5" fmla="*/ 0 h 1625397"/>
              <a:gd name="connsiteX6" fmla="*/ 1625397 w 1625397"/>
              <a:gd name="connsiteY6" fmla="*/ 1265397 h 1625397"/>
              <a:gd name="connsiteX7" fmla="*/ 1265397 w 1625397"/>
              <a:gd name="connsiteY7" fmla="*/ 905397 h 1625397"/>
              <a:gd name="connsiteX8" fmla="*/ 905397 w 1625397"/>
              <a:gd name="connsiteY8" fmla="*/ 1265397 h 1625397"/>
              <a:gd name="connsiteX9" fmla="*/ 1265397 w 1625397"/>
              <a:gd name="connsiteY9" fmla="*/ 1625397 h 1625397"/>
              <a:gd name="connsiteX10" fmla="*/ 0 w 1625397"/>
              <a:gd name="connsiteY10" fmla="*/ 1625397 h 162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5397" h="1625397">
                <a:moveTo>
                  <a:pt x="1625397" y="1265397"/>
                </a:moveTo>
                <a:lnTo>
                  <a:pt x="1625397" y="1625397"/>
                </a:lnTo>
                <a:lnTo>
                  <a:pt x="1265397" y="1625397"/>
                </a:lnTo>
                <a:cubicBezTo>
                  <a:pt x="1464220" y="1625397"/>
                  <a:pt x="1625397" y="1464220"/>
                  <a:pt x="1625397" y="1265397"/>
                </a:cubicBezTo>
                <a:close/>
                <a:moveTo>
                  <a:pt x="0" y="0"/>
                </a:moveTo>
                <a:lnTo>
                  <a:pt x="1625397" y="0"/>
                </a:lnTo>
                <a:lnTo>
                  <a:pt x="1625397" y="1265397"/>
                </a:lnTo>
                <a:cubicBezTo>
                  <a:pt x="1625397" y="1066574"/>
                  <a:pt x="1464220" y="905397"/>
                  <a:pt x="1265397" y="905397"/>
                </a:cubicBezTo>
                <a:cubicBezTo>
                  <a:pt x="1066574" y="905397"/>
                  <a:pt x="905397" y="1066574"/>
                  <a:pt x="905397" y="1265397"/>
                </a:cubicBezTo>
                <a:cubicBezTo>
                  <a:pt x="905397" y="1464220"/>
                  <a:pt x="1066574" y="1625397"/>
                  <a:pt x="1265397" y="1625397"/>
                </a:cubicBezTo>
                <a:lnTo>
                  <a:pt x="0" y="1625397"/>
                </a:lnTo>
                <a:close/>
              </a:path>
            </a:pathLst>
          </a:custGeom>
        </p:spPr>
      </p:pic>
      <p:sp>
        <p:nvSpPr>
          <p:cNvPr id="142" name="자유형: 도형 141">
            <a:extLst>
              <a:ext uri="{FF2B5EF4-FFF2-40B4-BE49-F238E27FC236}">
                <a16:creationId xmlns:a16="http://schemas.microsoft.com/office/drawing/2014/main" id="{CF1E0B55-3311-D7AF-8A32-CED0C3426B03}"/>
              </a:ext>
            </a:extLst>
          </p:cNvPr>
          <p:cNvSpPr/>
          <p:nvPr/>
        </p:nvSpPr>
        <p:spPr>
          <a:xfrm>
            <a:off x="5853965" y="976250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143" name="자유형: 도형 142">
            <a:extLst>
              <a:ext uri="{FF2B5EF4-FFF2-40B4-BE49-F238E27FC236}">
                <a16:creationId xmlns:a16="http://schemas.microsoft.com/office/drawing/2014/main" id="{A5CA902F-44D7-777D-3360-1FEE7AC0D872}"/>
              </a:ext>
            </a:extLst>
          </p:cNvPr>
          <p:cNvSpPr/>
          <p:nvPr/>
        </p:nvSpPr>
        <p:spPr>
          <a:xfrm>
            <a:off x="5853965" y="2602794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4" name="자유형: 도형 143">
            <a:extLst>
              <a:ext uri="{FF2B5EF4-FFF2-40B4-BE49-F238E27FC236}">
                <a16:creationId xmlns:a16="http://schemas.microsoft.com/office/drawing/2014/main" id="{446DBC79-0AD4-2FB1-5BCC-5B1F1CF8AAF6}"/>
              </a:ext>
            </a:extLst>
          </p:cNvPr>
          <p:cNvSpPr/>
          <p:nvPr/>
        </p:nvSpPr>
        <p:spPr>
          <a:xfrm>
            <a:off x="5853965" y="4233926"/>
            <a:ext cx="576000" cy="576000"/>
          </a:xfrm>
          <a:custGeom>
            <a:avLst/>
            <a:gdLst>
              <a:gd name="connsiteX0" fmla="*/ 349667 w 914400"/>
              <a:gd name="connsiteY0" fmla="*/ 121204 h 914400"/>
              <a:gd name="connsiteX1" fmla="*/ 349667 w 914400"/>
              <a:gd name="connsiteY1" fmla="*/ 349667 h 914400"/>
              <a:gd name="connsiteX2" fmla="*/ 121204 w 914400"/>
              <a:gd name="connsiteY2" fmla="*/ 349667 h 914400"/>
              <a:gd name="connsiteX3" fmla="*/ 121204 w 914400"/>
              <a:gd name="connsiteY3" fmla="*/ 564733 h 914400"/>
              <a:gd name="connsiteX4" fmla="*/ 349667 w 914400"/>
              <a:gd name="connsiteY4" fmla="*/ 564733 h 914400"/>
              <a:gd name="connsiteX5" fmla="*/ 349667 w 914400"/>
              <a:gd name="connsiteY5" fmla="*/ 793196 h 914400"/>
              <a:gd name="connsiteX6" fmla="*/ 564733 w 914400"/>
              <a:gd name="connsiteY6" fmla="*/ 793196 h 914400"/>
              <a:gd name="connsiteX7" fmla="*/ 564733 w 914400"/>
              <a:gd name="connsiteY7" fmla="*/ 564733 h 914400"/>
              <a:gd name="connsiteX8" fmla="*/ 793196 w 914400"/>
              <a:gd name="connsiteY8" fmla="*/ 564733 h 914400"/>
              <a:gd name="connsiteX9" fmla="*/ 793196 w 914400"/>
              <a:gd name="connsiteY9" fmla="*/ 349667 h 914400"/>
              <a:gd name="connsiteX10" fmla="*/ 564733 w 914400"/>
              <a:gd name="connsiteY10" fmla="*/ 349667 h 914400"/>
              <a:gd name="connsiteX11" fmla="*/ 564733 w 914400"/>
              <a:gd name="connsiteY11" fmla="*/ 121204 h 914400"/>
              <a:gd name="connsiteX12" fmla="*/ 457200 w 914400"/>
              <a:gd name="connsiteY12" fmla="*/ 0 h 914400"/>
              <a:gd name="connsiteX13" fmla="*/ 914400 w 914400"/>
              <a:gd name="connsiteY13" fmla="*/ 457200 h 914400"/>
              <a:gd name="connsiteX14" fmla="*/ 457200 w 914400"/>
              <a:gd name="connsiteY14" fmla="*/ 914400 h 914400"/>
              <a:gd name="connsiteX15" fmla="*/ 0 w 914400"/>
              <a:gd name="connsiteY15" fmla="*/ 457200 h 914400"/>
              <a:gd name="connsiteX16" fmla="*/ 457200 w 914400"/>
              <a:gd name="connsiteY16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" h="914400">
                <a:moveTo>
                  <a:pt x="349667" y="121204"/>
                </a:moveTo>
                <a:lnTo>
                  <a:pt x="349667" y="349667"/>
                </a:lnTo>
                <a:lnTo>
                  <a:pt x="121204" y="349667"/>
                </a:lnTo>
                <a:lnTo>
                  <a:pt x="121204" y="564733"/>
                </a:lnTo>
                <a:lnTo>
                  <a:pt x="349667" y="564733"/>
                </a:lnTo>
                <a:lnTo>
                  <a:pt x="349667" y="793196"/>
                </a:lnTo>
                <a:lnTo>
                  <a:pt x="564733" y="793196"/>
                </a:lnTo>
                <a:lnTo>
                  <a:pt x="564733" y="564733"/>
                </a:lnTo>
                <a:lnTo>
                  <a:pt x="793196" y="564733"/>
                </a:lnTo>
                <a:lnTo>
                  <a:pt x="793196" y="349667"/>
                </a:lnTo>
                <a:lnTo>
                  <a:pt x="564733" y="349667"/>
                </a:lnTo>
                <a:lnTo>
                  <a:pt x="564733" y="121204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91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rgbClr val="FB6969"/>
              </a:solidFill>
            </a:endParaRPr>
          </a:p>
        </p:txBody>
      </p:sp>
      <p:sp>
        <p:nvSpPr>
          <p:cNvPr id="145" name="자유형: 도형 144">
            <a:extLst>
              <a:ext uri="{FF2B5EF4-FFF2-40B4-BE49-F238E27FC236}">
                <a16:creationId xmlns:a16="http://schemas.microsoft.com/office/drawing/2014/main" id="{4817D39F-35CF-487F-9EB8-8E61B4EC5170}"/>
              </a:ext>
            </a:extLst>
          </p:cNvPr>
          <p:cNvSpPr/>
          <p:nvPr/>
        </p:nvSpPr>
        <p:spPr>
          <a:xfrm>
            <a:off x="5853965" y="5860470"/>
            <a:ext cx="576000" cy="576000"/>
          </a:xfrm>
          <a:custGeom>
            <a:avLst/>
            <a:gdLst>
              <a:gd name="connsiteX0" fmla="*/ 121204 w 914400"/>
              <a:gd name="connsiteY0" fmla="*/ 349667 h 914400"/>
              <a:gd name="connsiteX1" fmla="*/ 121204 w 914400"/>
              <a:gd name="connsiteY1" fmla="*/ 564733 h 914400"/>
              <a:gd name="connsiteX2" fmla="*/ 793196 w 914400"/>
              <a:gd name="connsiteY2" fmla="*/ 564733 h 914400"/>
              <a:gd name="connsiteX3" fmla="*/ 793196 w 914400"/>
              <a:gd name="connsiteY3" fmla="*/ 349667 h 914400"/>
              <a:gd name="connsiteX4" fmla="*/ 457200 w 914400"/>
              <a:gd name="connsiteY4" fmla="*/ 0 h 914400"/>
              <a:gd name="connsiteX5" fmla="*/ 914400 w 914400"/>
              <a:gd name="connsiteY5" fmla="*/ 457200 h 914400"/>
              <a:gd name="connsiteX6" fmla="*/ 457200 w 914400"/>
              <a:gd name="connsiteY6" fmla="*/ 914400 h 914400"/>
              <a:gd name="connsiteX7" fmla="*/ 0 w 914400"/>
              <a:gd name="connsiteY7" fmla="*/ 457200 h 914400"/>
              <a:gd name="connsiteX8" fmla="*/ 457200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21204" y="349667"/>
                </a:moveTo>
                <a:lnTo>
                  <a:pt x="121204" y="564733"/>
                </a:lnTo>
                <a:lnTo>
                  <a:pt x="793196" y="564733"/>
                </a:lnTo>
                <a:lnTo>
                  <a:pt x="793196" y="349667"/>
                </a:lnTo>
                <a:close/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solidFill>
            <a:srgbClr val="FB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1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로고, 그래픽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4969C2-5FB1-A301-B046-138256D92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51" y="3574449"/>
            <a:ext cx="1048347" cy="1048347"/>
          </a:xfrm>
          <a:prstGeom prst="rect">
            <a:avLst/>
          </a:prstGeom>
        </p:spPr>
      </p:pic>
      <p:pic>
        <p:nvPicPr>
          <p:cNvPr id="36" name="그림 35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6ECDE5-39FA-083D-6638-7B7BACD06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45" y="-1147"/>
            <a:ext cx="1626544" cy="1626544"/>
          </a:xfrm>
          <a:prstGeom prst="rect">
            <a:avLst/>
          </a:prstGeom>
        </p:spPr>
      </p:pic>
      <p:pic>
        <p:nvPicPr>
          <p:cNvPr id="34" name="그림 33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BF552C-5745-53A7-E8F2-BB61CEA91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941" y="-1147"/>
            <a:ext cx="1626544" cy="1626544"/>
          </a:xfrm>
          <a:prstGeom prst="rect">
            <a:avLst/>
          </a:prstGeom>
        </p:spPr>
      </p:pic>
      <p:pic>
        <p:nvPicPr>
          <p:cNvPr id="30" name="그림 29" descr="로고, 상징, 화이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49E4BC-5324-8C5C-68B7-F20DCF53B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3" t="26713" r="26749" b="26749"/>
          <a:stretch>
            <a:fillRect/>
          </a:stretch>
        </p:blipFill>
        <p:spPr>
          <a:xfrm>
            <a:off x="6935591" y="434199"/>
            <a:ext cx="756426" cy="756426"/>
          </a:xfrm>
          <a:prstGeom prst="rect">
            <a:avLst/>
          </a:prstGeom>
        </p:spPr>
      </p:pic>
      <p:pic>
        <p:nvPicPr>
          <p:cNvPr id="32" name="그림 31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F54F80-FE0B-69D6-98DF-BA4E174AE2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2" t="27852" r="26748" b="26748"/>
          <a:stretch>
            <a:fillRect/>
          </a:stretch>
        </p:blipFill>
        <p:spPr>
          <a:xfrm>
            <a:off x="3595970" y="342882"/>
            <a:ext cx="938486" cy="938486"/>
          </a:xfrm>
          <a:prstGeom prst="rect">
            <a:avLst/>
          </a:prstGeom>
        </p:spPr>
      </p:pic>
      <p:pic>
        <p:nvPicPr>
          <p:cNvPr id="35" name="그림 34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893483-77CF-CFE1-E9CC-0A17DABC7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338" y="-1147"/>
            <a:ext cx="1626544" cy="1626544"/>
          </a:xfrm>
          <a:prstGeom prst="rect">
            <a:avLst/>
          </a:prstGeom>
        </p:spPr>
      </p:pic>
      <p:pic>
        <p:nvPicPr>
          <p:cNvPr id="37" name="그림 36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3DF95A-EDF9-FB33-E31D-0DF40B4B0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941" y="1625397"/>
            <a:ext cx="1626544" cy="1626544"/>
          </a:xfrm>
          <a:prstGeom prst="rect">
            <a:avLst/>
          </a:prstGeom>
        </p:spPr>
      </p:pic>
      <p:pic>
        <p:nvPicPr>
          <p:cNvPr id="38" name="그림 37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FB827D-2C2E-E2AE-9D16-B72BA708E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338" y="1625397"/>
            <a:ext cx="1626544" cy="1626544"/>
          </a:xfrm>
          <a:prstGeom prst="rect">
            <a:avLst/>
          </a:prstGeom>
        </p:spPr>
      </p:pic>
      <p:pic>
        <p:nvPicPr>
          <p:cNvPr id="39" name="그림 38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6E9DBC-48F6-7599-7358-786969D57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45" y="1625397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41" name="그림 40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9C340D-FCA6-DDF6-327B-96269DAA3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7" t="26749" r="33632" b="26749"/>
          <a:stretch>
            <a:fillRect/>
          </a:stretch>
        </p:blipFill>
        <p:spPr>
          <a:xfrm>
            <a:off x="5377172" y="434199"/>
            <a:ext cx="718828" cy="755852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55333151-A358-64AE-3D94-FF30B31AA0E4}"/>
              </a:ext>
            </a:extLst>
          </p:cNvPr>
          <p:cNvSpPr/>
          <p:nvPr/>
        </p:nvSpPr>
        <p:spPr>
          <a:xfrm>
            <a:off x="3705799" y="2079255"/>
            <a:ext cx="718828" cy="718828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B429CC0-353A-6A66-ABF5-713F0E8B8C1A}"/>
              </a:ext>
            </a:extLst>
          </p:cNvPr>
          <p:cNvSpPr/>
          <p:nvPr/>
        </p:nvSpPr>
        <p:spPr>
          <a:xfrm>
            <a:off x="5331196" y="2079255"/>
            <a:ext cx="718828" cy="718828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pic>
        <p:nvPicPr>
          <p:cNvPr id="46" name="그림 45" descr="로고, 상징, 화이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B1D188-8BB0-4E05-A0F0-6F1FAC4A2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3" t="26713" r="26749" b="26749"/>
          <a:stretch>
            <a:fillRect/>
          </a:stretch>
        </p:blipFill>
        <p:spPr>
          <a:xfrm>
            <a:off x="6935591" y="3681992"/>
            <a:ext cx="756426" cy="756426"/>
          </a:xfrm>
          <a:prstGeom prst="rect">
            <a:avLst/>
          </a:prstGeom>
        </p:spPr>
      </p:pic>
      <p:pic>
        <p:nvPicPr>
          <p:cNvPr id="47" name="그림 46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EC9D5-7F3E-0FE5-9E75-AF4B43089B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2" t="27852" r="26748" b="26748"/>
          <a:stretch>
            <a:fillRect/>
          </a:stretch>
        </p:blipFill>
        <p:spPr>
          <a:xfrm>
            <a:off x="3595970" y="3590675"/>
            <a:ext cx="938486" cy="938486"/>
          </a:xfrm>
          <a:prstGeom prst="rect">
            <a:avLst/>
          </a:prstGeom>
        </p:spPr>
      </p:pic>
      <p:pic>
        <p:nvPicPr>
          <p:cNvPr id="52" name="그림 51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60EDAB-B64C-FBA8-0DB2-B1D4E5BE86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7" t="26749" r="33632" b="26749"/>
          <a:stretch>
            <a:fillRect/>
          </a:stretch>
        </p:blipFill>
        <p:spPr>
          <a:xfrm>
            <a:off x="5377172" y="3681992"/>
            <a:ext cx="718828" cy="755852"/>
          </a:xfrm>
          <a:prstGeom prst="rect">
            <a:avLst/>
          </a:prstGeom>
        </p:spPr>
      </p:pic>
      <p:sp>
        <p:nvSpPr>
          <p:cNvPr id="53" name="타원 52">
            <a:extLst>
              <a:ext uri="{FF2B5EF4-FFF2-40B4-BE49-F238E27FC236}">
                <a16:creationId xmlns:a16="http://schemas.microsoft.com/office/drawing/2014/main" id="{02E65EE4-35F4-E501-7F85-A4273910B674}"/>
              </a:ext>
            </a:extLst>
          </p:cNvPr>
          <p:cNvSpPr/>
          <p:nvPr/>
        </p:nvSpPr>
        <p:spPr>
          <a:xfrm>
            <a:off x="3705799" y="5327048"/>
            <a:ext cx="718828" cy="718828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378343C-916F-A050-4192-33149B998C6C}"/>
              </a:ext>
            </a:extLst>
          </p:cNvPr>
          <p:cNvSpPr/>
          <p:nvPr/>
        </p:nvSpPr>
        <p:spPr>
          <a:xfrm>
            <a:off x="5331196" y="5327048"/>
            <a:ext cx="718828" cy="718828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55" name="곱하기 기호 54">
            <a:extLst>
              <a:ext uri="{FF2B5EF4-FFF2-40B4-BE49-F238E27FC236}">
                <a16:creationId xmlns:a16="http://schemas.microsoft.com/office/drawing/2014/main" id="{9B6CBB7B-41C1-B9BF-AA43-6CBA8560373B}"/>
              </a:ext>
            </a:extLst>
          </p:cNvPr>
          <p:cNvSpPr/>
          <p:nvPr/>
        </p:nvSpPr>
        <p:spPr>
          <a:xfrm>
            <a:off x="6769190" y="1894342"/>
            <a:ext cx="1088655" cy="1088655"/>
          </a:xfrm>
          <a:prstGeom prst="mathMultiply">
            <a:avLst>
              <a:gd name="adj1" fmla="val 193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56" name="곱하기 기호 55">
            <a:extLst>
              <a:ext uri="{FF2B5EF4-FFF2-40B4-BE49-F238E27FC236}">
                <a16:creationId xmlns:a16="http://schemas.microsoft.com/office/drawing/2014/main" id="{07FBC46C-2A9B-79CF-2D7B-5D309A7CDA0C}"/>
              </a:ext>
            </a:extLst>
          </p:cNvPr>
          <p:cNvSpPr/>
          <p:nvPr/>
        </p:nvSpPr>
        <p:spPr>
          <a:xfrm>
            <a:off x="6769190" y="5142134"/>
            <a:ext cx="1088655" cy="1088655"/>
          </a:xfrm>
          <a:prstGeom prst="mathMultiply">
            <a:avLst>
              <a:gd name="adj1" fmla="val 193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pic>
        <p:nvPicPr>
          <p:cNvPr id="57" name="그림 56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2E877F-1BC8-E94E-E111-ACFDA5D2D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00" y="1625397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65" name="그림 64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5936D1-734D-FD17-D5A9-CC5CB8E24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005" y="1625397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68" name="그림 67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497F2F-401D-6E84-1A30-B0D7B2E20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005" y="-1147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69" name="그림 68" descr="상징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222B6-BDF7-EC49-6018-509CA4499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648" y="1878041"/>
            <a:ext cx="1121258" cy="1121256"/>
          </a:xfrm>
          <a:prstGeom prst="rect">
            <a:avLst/>
          </a:prstGeom>
        </p:spPr>
      </p:pic>
      <p:pic>
        <p:nvPicPr>
          <p:cNvPr id="70" name="그림 69" descr="상징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5B4314-B6F6-1FDF-AAC5-B768EC7B30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374253" y="251101"/>
            <a:ext cx="1122048" cy="1122048"/>
          </a:xfrm>
          <a:prstGeom prst="rect">
            <a:avLst/>
          </a:prstGeom>
        </p:spPr>
      </p:pic>
      <p:pic>
        <p:nvPicPr>
          <p:cNvPr id="75" name="그림 74" descr="상징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B51B5-F3AB-29F5-275C-618A97EFAE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648" y="5131129"/>
            <a:ext cx="1121258" cy="1121256"/>
          </a:xfrm>
          <a:prstGeom prst="rect">
            <a:avLst/>
          </a:prstGeom>
        </p:spPr>
      </p:pic>
      <p:pic>
        <p:nvPicPr>
          <p:cNvPr id="76" name="그림 75" descr="상징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4DFFDF-ADA5-6818-88DE-9F5237D11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374253" y="3504189"/>
            <a:ext cx="1122048" cy="1122048"/>
          </a:xfrm>
          <a:prstGeom prst="rect">
            <a:avLst/>
          </a:prstGeom>
        </p:spPr>
      </p:pic>
      <p:pic>
        <p:nvPicPr>
          <p:cNvPr id="79" name="그림 78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B1AD03-7BD9-DBD2-1C4A-02AEA6201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397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80" name="그림 79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ED7A6-5079-E82B-AEED-C72A740C3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81" name="그림 80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B25B9F-8544-EA44-CDD4-5DCDFD793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00" y="0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84" name="그림 83" descr="로고, 그래픽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D15EF4-779C-4059-5BEF-623B9FE34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51" y="324802"/>
            <a:ext cx="1048347" cy="1048347"/>
          </a:xfrm>
          <a:prstGeom prst="rect">
            <a:avLst/>
          </a:prstGeom>
        </p:spPr>
      </p:pic>
      <p:pic>
        <p:nvPicPr>
          <p:cNvPr id="87" name="그림 86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FCAA78-E051-654F-B1EC-368C79C7C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6191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88" name="그림 87" descr="블랙, 흑백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861FC5-A6AB-BEC5-2DAC-6E3823514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0794"/>
            <a:ext cx="1626544" cy="1626544"/>
          </a:xfrm>
          <a:prstGeom prst="rect">
            <a:avLst/>
          </a:prstGeom>
          <a:ln>
            <a:noFill/>
          </a:ln>
        </p:spPr>
      </p:pic>
      <p:pic>
        <p:nvPicPr>
          <p:cNvPr id="4" name="그림 3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C7D7F-5C2C-8749-A9A8-289E20287C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888707" y="1840084"/>
            <a:ext cx="1108346" cy="1108346"/>
          </a:xfrm>
          <a:prstGeom prst="rect">
            <a:avLst/>
          </a:prstGeom>
        </p:spPr>
      </p:pic>
      <p:pic>
        <p:nvPicPr>
          <p:cNvPr id="8" name="그림 7" descr="로고, 상징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79E0A8-0C0F-D025-AD85-7DAF645A56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888707" y="5089731"/>
            <a:ext cx="1108346" cy="110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래픽 30" descr="갈매기형 화살표 단색으로 채워진">
            <a:extLst>
              <a:ext uri="{FF2B5EF4-FFF2-40B4-BE49-F238E27FC236}">
                <a16:creationId xmlns:a16="http://schemas.microsoft.com/office/drawing/2014/main" id="{FD26367D-786B-8915-33D4-0E5D43BBF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627200" cy="1627200"/>
          </a:xfrm>
          <a:prstGeom prst="rect">
            <a:avLst/>
          </a:prstGeom>
        </p:spPr>
      </p:pic>
      <p:pic>
        <p:nvPicPr>
          <p:cNvPr id="37" name="그래픽 36" descr="갈매기형 화살표 단색으로 채워진">
            <a:extLst>
              <a:ext uri="{FF2B5EF4-FFF2-40B4-BE49-F238E27FC236}">
                <a16:creationId xmlns:a16="http://schemas.microsoft.com/office/drawing/2014/main" id="{E2456C88-D7C5-69BC-EFF8-43E9DCF82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7200" y="0"/>
            <a:ext cx="1627200" cy="16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블랙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EAE54B-4A75-3BA2-4C47-FE5D7F122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905" y="2616301"/>
            <a:ext cx="4876190" cy="162539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7B694D1-0CDC-6A43-1CCA-DDD64B9195F0}"/>
              </a:ext>
            </a:extLst>
          </p:cNvPr>
          <p:cNvSpPr/>
          <p:nvPr/>
        </p:nvSpPr>
        <p:spPr>
          <a:xfrm>
            <a:off x="3657905" y="2616301"/>
            <a:ext cx="4876190" cy="1625396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14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0</Words>
  <Application>Microsoft Office PowerPoint</Application>
  <PresentationFormat>와이드스크린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건배 이</dc:creator>
  <cp:lastModifiedBy>건배 이</cp:lastModifiedBy>
  <cp:revision>34</cp:revision>
  <dcterms:created xsi:type="dcterms:W3CDTF">2025-10-31T02:42:54Z</dcterms:created>
  <dcterms:modified xsi:type="dcterms:W3CDTF">2026-01-05T05:25:39Z</dcterms:modified>
</cp:coreProperties>
</file>