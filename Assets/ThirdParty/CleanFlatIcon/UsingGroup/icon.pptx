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8" r:id="rId2"/>
    <p:sldId id="257" r:id="rId3"/>
    <p:sldId id="259" r:id="rId4"/>
    <p:sldId id="260" r:id="rId5"/>
    <p:sldId id="256" r:id="rId6"/>
    <p:sldId id="262" r:id="rId7"/>
    <p:sldId id="261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00FF"/>
    <a:srgbClr val="CC0099"/>
    <a:srgbClr val="91BEFF"/>
    <a:srgbClr val="FB69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2" autoAdjust="0"/>
    <p:restoredTop sz="94660"/>
  </p:normalViewPr>
  <p:slideViewPr>
    <p:cSldViewPr snapToGrid="0">
      <p:cViewPr varScale="1">
        <p:scale>
          <a:sx n="91" d="100"/>
          <a:sy n="91" d="100"/>
        </p:scale>
        <p:origin x="108" y="1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6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3D089E-5E78-4F5C-90DB-68957509C3A9}" type="datetimeFigureOut">
              <a:rPr lang="ko-KR" altLang="en-US" smtClean="0"/>
              <a:t>2025-10-31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4D8E29-1A45-4FD0-A180-F9E09BB00D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73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3545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9579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1">
              <a:lumMod val="50000"/>
            </a:schemeClr>
          </a:fgClr>
          <a:bgClr>
            <a:schemeClr val="tx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3123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microsoft.com/office/2007/relationships/hdphoto" Target="../media/hdphoto6.wdp"/><Relationship Id="rId17" Type="http://schemas.microsoft.com/office/2007/relationships/hdphoto" Target="../media/hdphoto8.wdp"/><Relationship Id="rId2" Type="http://schemas.openxmlformats.org/officeDocument/2006/relationships/image" Target="../media/image8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12.png"/><Relationship Id="rId14" Type="http://schemas.microsoft.com/office/2007/relationships/hdphoto" Target="../media/hdphoto7.wdp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13" Type="http://schemas.openxmlformats.org/officeDocument/2006/relationships/image" Target="../media/image25.png"/><Relationship Id="rId18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microsoft.com/office/2007/relationships/hdphoto" Target="../media/hdphoto11.wdp"/><Relationship Id="rId17" Type="http://schemas.openxmlformats.org/officeDocument/2006/relationships/image" Target="../media/image27.png"/><Relationship Id="rId2" Type="http://schemas.openxmlformats.org/officeDocument/2006/relationships/image" Target="../media/image17.png"/><Relationship Id="rId16" Type="http://schemas.microsoft.com/office/2007/relationships/hdphoto" Target="../media/hdphoto13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4.png"/><Relationship Id="rId5" Type="http://schemas.openxmlformats.org/officeDocument/2006/relationships/image" Target="../media/image20.png"/><Relationship Id="rId15" Type="http://schemas.openxmlformats.org/officeDocument/2006/relationships/image" Target="../media/image26.png"/><Relationship Id="rId10" Type="http://schemas.microsoft.com/office/2007/relationships/hdphoto" Target="../media/hdphoto10.wdp"/><Relationship Id="rId19" Type="http://schemas.microsoft.com/office/2007/relationships/hdphoto" Target="../media/hdphoto14.wdp"/><Relationship Id="rId4" Type="http://schemas.openxmlformats.org/officeDocument/2006/relationships/image" Target="../media/image19.png"/><Relationship Id="rId9" Type="http://schemas.openxmlformats.org/officeDocument/2006/relationships/image" Target="../media/image23.png"/><Relationship Id="rId14" Type="http://schemas.microsoft.com/office/2007/relationships/hdphoto" Target="../media/hdphoto1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패턴, 그래픽, 다채로움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BB90D1-BA46-D187-1CED-7897D04EC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253079" cy="487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80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362BEF-C84E-391C-5007-D6577FF4BBE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</p:spPr>
      </p:pic>
      <p:pic>
        <p:nvPicPr>
          <p:cNvPr id="8" name="그림 7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3257EE-FBA5-78BE-0B69-EE21344A35A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0"/>
            <a:ext cx="1626544" cy="1626544"/>
          </a:xfrm>
          <a:prstGeom prst="rect">
            <a:avLst/>
          </a:prstGeom>
        </p:spPr>
      </p:pic>
      <p:pic>
        <p:nvPicPr>
          <p:cNvPr id="10" name="그림 9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1284A2-535A-C547-E82D-4AC55BCD3B0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6544"/>
            <a:ext cx="1626544" cy="1626544"/>
          </a:xfrm>
          <a:prstGeom prst="rect">
            <a:avLst/>
          </a:prstGeom>
        </p:spPr>
      </p:pic>
      <p:pic>
        <p:nvPicPr>
          <p:cNvPr id="12" name="그림 11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EC7845-E517-4F10-6A65-50B4CE3BBC6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6544"/>
            <a:ext cx="1626544" cy="1626544"/>
          </a:xfrm>
          <a:prstGeom prst="rect">
            <a:avLst/>
          </a:prstGeom>
        </p:spPr>
      </p:pic>
      <p:pic>
        <p:nvPicPr>
          <p:cNvPr id="22" name="그림 21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D68051-D052-305D-2471-1137C4C0C6A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2"/>
          <a:stretch>
            <a:fillRect/>
          </a:stretch>
        </p:blipFill>
        <p:spPr>
          <a:xfrm>
            <a:off x="1626544" y="0"/>
            <a:ext cx="576906" cy="1626544"/>
          </a:xfrm>
          <a:prstGeom prst="rect">
            <a:avLst/>
          </a:prstGeom>
        </p:spPr>
      </p:pic>
      <p:pic>
        <p:nvPicPr>
          <p:cNvPr id="23" name="그림 22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599F5-495C-9075-01F1-44CB309369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5154"/>
            <a:ext cx="1626544" cy="1626544"/>
          </a:xfrm>
          <a:prstGeom prst="rect">
            <a:avLst/>
          </a:prstGeom>
        </p:spPr>
      </p:pic>
      <p:pic>
        <p:nvPicPr>
          <p:cNvPr id="24" name="그림 23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575D85-28E7-1A3E-42B8-A99CE84ED22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54"/>
          <a:stretch>
            <a:fillRect/>
          </a:stretch>
        </p:blipFill>
        <p:spPr>
          <a:xfrm>
            <a:off x="0" y="1625154"/>
            <a:ext cx="895350" cy="162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45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상징, 폰트, 화이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70DD3F-EFCF-CBE8-B5BC-9B454B81C6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253079" cy="325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271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7DEC01-36C1-CB8D-E79C-BF027B55F8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7119" cy="1627119"/>
          </a:xfrm>
          <a:prstGeom prst="rect">
            <a:avLst/>
          </a:prstGeom>
        </p:spPr>
      </p:pic>
      <p:pic>
        <p:nvPicPr>
          <p:cNvPr id="12" name="그림 11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3CEDAA-E193-EFB9-E355-55982A66CA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081"/>
          <a:stretch>
            <a:fillRect/>
          </a:stretch>
        </p:blipFill>
        <p:spPr>
          <a:xfrm>
            <a:off x="1" y="0"/>
            <a:ext cx="210206" cy="1627119"/>
          </a:xfrm>
          <a:prstGeom prst="rect">
            <a:avLst/>
          </a:prstGeom>
        </p:spPr>
      </p:pic>
      <p:pic>
        <p:nvPicPr>
          <p:cNvPr id="13" name="그림 12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3239DF-2907-BA42-B1CD-518E224BB4B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19" y="0"/>
            <a:ext cx="1627119" cy="1627119"/>
          </a:xfrm>
          <a:prstGeom prst="rect">
            <a:avLst/>
          </a:prstGeom>
        </p:spPr>
      </p:pic>
      <p:pic>
        <p:nvPicPr>
          <p:cNvPr id="14" name="그림 13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C4018-E539-4558-437E-BF388702AA6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183"/>
          <a:stretch>
            <a:fillRect/>
          </a:stretch>
        </p:blipFill>
        <p:spPr>
          <a:xfrm>
            <a:off x="1627120" y="0"/>
            <a:ext cx="664136" cy="1627119"/>
          </a:xfrm>
          <a:prstGeom prst="rect">
            <a:avLst/>
          </a:prstGeom>
        </p:spPr>
      </p:pic>
      <p:pic>
        <p:nvPicPr>
          <p:cNvPr id="15" name="그림 14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E760FC-CEB1-65BB-D307-C9105921221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7119"/>
            <a:ext cx="1627119" cy="1627119"/>
          </a:xfrm>
          <a:prstGeom prst="rect">
            <a:avLst/>
          </a:prstGeom>
        </p:spPr>
      </p:pic>
      <p:pic>
        <p:nvPicPr>
          <p:cNvPr id="16" name="그림 15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0489F9-57AC-DCF9-0E77-E377ACC255C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817"/>
          <a:stretch>
            <a:fillRect/>
          </a:stretch>
        </p:blipFill>
        <p:spPr>
          <a:xfrm>
            <a:off x="1" y="1627119"/>
            <a:ext cx="962982" cy="1627119"/>
          </a:xfrm>
          <a:prstGeom prst="rect">
            <a:avLst/>
          </a:prstGeom>
        </p:spPr>
      </p:pic>
      <p:pic>
        <p:nvPicPr>
          <p:cNvPr id="17" name="그림 16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10FB50-E194-5DDB-A8EA-3F46ACCAD4D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19" y="1627119"/>
            <a:ext cx="1627119" cy="1627119"/>
          </a:xfrm>
          <a:prstGeom prst="rect">
            <a:avLst/>
          </a:prstGeom>
        </p:spPr>
      </p:pic>
      <p:pic>
        <p:nvPicPr>
          <p:cNvPr id="18" name="그림 17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18A7D4-046F-2A88-37F9-472A4E45815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19" y="1627119"/>
            <a:ext cx="1627119" cy="1627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432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상징, 그래픽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6353AA-BE66-975A-3217-BACBD6938ED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604" y="-9128"/>
            <a:ext cx="1625397" cy="1625397"/>
          </a:xfrm>
          <a:prstGeom prst="rect">
            <a:avLst/>
          </a:prstGeom>
        </p:spPr>
      </p:pic>
      <p:pic>
        <p:nvPicPr>
          <p:cNvPr id="7" name="그림 6" descr="폰트, 그래픽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512799-7C15-FC72-8EDD-14EF1CE2A9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953" y="-9128"/>
            <a:ext cx="1625397" cy="1625397"/>
          </a:xfrm>
          <a:prstGeom prst="rect">
            <a:avLst/>
          </a:prstGeom>
        </p:spPr>
      </p:pic>
      <p:pic>
        <p:nvPicPr>
          <p:cNvPr id="9" name="그림 8" descr="클립아트, 그래픽, 실루엣, 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3463C9C-23BC-98B8-00CC-A7E9928FDD0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51" y="-9128"/>
            <a:ext cx="1625397" cy="1625397"/>
          </a:xfrm>
          <a:prstGeom prst="rect">
            <a:avLst/>
          </a:prstGeom>
        </p:spPr>
      </p:pic>
      <p:pic>
        <p:nvPicPr>
          <p:cNvPr id="11" name="그림 10" descr="원, 그래픽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66D06C-6D73-9150-1B3F-A203FD79835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PlasticWrap smoothness="0"/>
                    </a14:imgEffect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255" y="-9128"/>
            <a:ext cx="1625397" cy="1625397"/>
          </a:xfrm>
          <a:prstGeom prst="rect">
            <a:avLst/>
          </a:prstGeom>
        </p:spPr>
      </p:pic>
      <p:pic>
        <p:nvPicPr>
          <p:cNvPr id="13" name="그림 12" descr="클립아트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EBB924-65DB-8042-629B-75FD80EB3B85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WatercolorSponge brushSize="0"/>
                    </a14:imgEffect>
                    <a14:imgEffect>
                      <a14:brightnessContrast bright="3000" contras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302" y="-9128"/>
            <a:ext cx="1625397" cy="1625397"/>
          </a:xfrm>
          <a:prstGeom prst="rect">
            <a:avLst/>
          </a:prstGeom>
        </p:spPr>
      </p:pic>
      <p:pic>
        <p:nvPicPr>
          <p:cNvPr id="15" name="그림 14" descr="패턴, 대칭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C53337-272C-3B43-63A2-1B7644014DCA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906" y="-9128"/>
            <a:ext cx="1625397" cy="1625397"/>
          </a:xfrm>
          <a:prstGeom prst="rect">
            <a:avLst/>
          </a:prstGeom>
        </p:spPr>
      </p:pic>
      <p:pic>
        <p:nvPicPr>
          <p:cNvPr id="17" name="그림 16" descr="상징, 로고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F5858B-18A1-4963-7D71-28D57C5FF01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8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128"/>
            <a:ext cx="1625397" cy="1625397"/>
          </a:xfrm>
          <a:prstGeom prst="rect">
            <a:avLst/>
          </a:prstGeom>
        </p:spPr>
      </p:pic>
      <p:pic>
        <p:nvPicPr>
          <p:cNvPr id="6" name="그림 5" descr="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80214B-CFF3-F879-A69C-35A775B2A559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6269"/>
            <a:ext cx="1625397" cy="1625397"/>
          </a:xfrm>
          <a:prstGeom prst="rect">
            <a:avLst/>
          </a:prstGeom>
        </p:spPr>
      </p:pic>
      <p:pic>
        <p:nvPicPr>
          <p:cNvPr id="12" name="그림 11" descr="로고, 폰트, 그래픽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39A699-22BF-0E6A-FEA2-1AFC88E62F33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Blur radius="4"/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397" y="1616269"/>
            <a:ext cx="1625397" cy="1625397"/>
          </a:xfrm>
          <a:prstGeom prst="rect">
            <a:avLst/>
          </a:prstGeom>
          <a:noFill/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294303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자유형: 도형 8">
            <a:extLst>
              <a:ext uri="{FF2B5EF4-FFF2-40B4-BE49-F238E27FC236}">
                <a16:creationId xmlns:a16="http://schemas.microsoft.com/office/drawing/2014/main" id="{B387455B-4983-3A27-5CE9-224AE95B87DD}"/>
              </a:ext>
            </a:extLst>
          </p:cNvPr>
          <p:cNvSpPr/>
          <p:nvPr/>
        </p:nvSpPr>
        <p:spPr>
          <a:xfrm>
            <a:off x="1213714" y="298030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36AFF022-24C5-AE35-2B72-66CCD78E55FC}"/>
              </a:ext>
            </a:extLst>
          </p:cNvPr>
          <p:cNvSpPr/>
          <p:nvPr/>
        </p:nvSpPr>
        <p:spPr>
          <a:xfrm>
            <a:off x="1213714" y="20849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1F8E06E-5E9C-589C-4D70-2A3E1F31860B}"/>
              </a:ext>
            </a:extLst>
          </p:cNvPr>
          <p:cNvSpPr/>
          <p:nvPr/>
        </p:nvSpPr>
        <p:spPr>
          <a:xfrm>
            <a:off x="1141714" y="2012950"/>
            <a:ext cx="720000" cy="72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원형: 비어 있음 15">
            <a:extLst>
              <a:ext uri="{FF2B5EF4-FFF2-40B4-BE49-F238E27FC236}">
                <a16:creationId xmlns:a16="http://schemas.microsoft.com/office/drawing/2014/main" id="{CAF618A4-1455-850C-A41E-DE47333270B7}"/>
              </a:ext>
            </a:extLst>
          </p:cNvPr>
          <p:cNvSpPr/>
          <p:nvPr/>
        </p:nvSpPr>
        <p:spPr>
          <a:xfrm>
            <a:off x="1141714" y="2908300"/>
            <a:ext cx="720000" cy="720000"/>
          </a:xfrm>
          <a:prstGeom prst="donut">
            <a:avLst>
              <a:gd name="adj" fmla="val 1077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E9DCA6A5-7905-3F81-5466-DD255E31F0C7}"/>
              </a:ext>
            </a:extLst>
          </p:cNvPr>
          <p:cNvSpPr/>
          <p:nvPr/>
        </p:nvSpPr>
        <p:spPr>
          <a:xfrm>
            <a:off x="1213714" y="20849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44660AF-DE37-4B96-88CF-9BFF660C2C39}"/>
              </a:ext>
            </a:extLst>
          </p:cNvPr>
          <p:cNvSpPr/>
          <p:nvPr/>
        </p:nvSpPr>
        <p:spPr>
          <a:xfrm>
            <a:off x="1141714" y="1082469"/>
            <a:ext cx="720000" cy="72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687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D80BE2-A28C-0B56-A836-60F7E3F6A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6" name="그림 65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175C7B-81BA-9AA2-6A1F-91B8C6CB0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17E0869D-9BC9-740B-C725-8768C794AEA2}"/>
              </a:ext>
            </a:extLst>
          </p:cNvPr>
          <p:cNvSpPr/>
          <p:nvPr/>
        </p:nvSpPr>
        <p:spPr>
          <a:xfrm>
            <a:off x="978544" y="978544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AEA490F-E40C-FA43-30D2-478D0268372F}"/>
              </a:ext>
            </a:extLst>
          </p:cNvPr>
          <p:cNvSpPr/>
          <p:nvPr/>
        </p:nvSpPr>
        <p:spPr>
          <a:xfrm>
            <a:off x="2603941" y="977397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67" name="그림 66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749CDD-DB9C-B7F3-730A-7882539CD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1625397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8" name="그림 67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5C971D-BC6C-C73A-1B2F-CD8721CEE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1626544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B9232FE5-7742-6805-8526-2CB22D700A13}"/>
              </a:ext>
            </a:extLst>
          </p:cNvPr>
          <p:cNvSpPr/>
          <p:nvPr/>
        </p:nvSpPr>
        <p:spPr>
          <a:xfrm>
            <a:off x="97575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ADDBD9F2-428E-20FF-3025-32F3DAD3BB90}"/>
              </a:ext>
            </a:extLst>
          </p:cNvPr>
          <p:cNvSpPr/>
          <p:nvPr/>
        </p:nvSpPr>
        <p:spPr>
          <a:xfrm>
            <a:off x="260394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80" name="그림 79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32D585-4E00-47CC-0660-D1F1B37CBC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-1147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A329E3CB-561C-F83B-79C5-5E79E80ACF00}"/>
              </a:ext>
            </a:extLst>
          </p:cNvPr>
          <p:cNvSpPr/>
          <p:nvPr/>
        </p:nvSpPr>
        <p:spPr>
          <a:xfrm>
            <a:off x="4229338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81" name="그림 80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1C3D40-F465-D522-257F-82DAB3FFE2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1404DD29-6E95-3432-F36D-8F670576982E}"/>
              </a:ext>
            </a:extLst>
          </p:cNvPr>
          <p:cNvSpPr/>
          <p:nvPr/>
        </p:nvSpPr>
        <p:spPr>
          <a:xfrm>
            <a:off x="4229338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91" name="그림 90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FAA9B35-D81C-6B69-2C98-C1220754DD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-3441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92" name="그림 91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93746-9FB2-4981-3B1C-837154009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1626544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D9BCF33D-CB96-8933-051F-0906EA4F5129}"/>
              </a:ext>
            </a:extLst>
          </p:cNvPr>
          <p:cNvSpPr/>
          <p:nvPr/>
        </p:nvSpPr>
        <p:spPr>
          <a:xfrm>
            <a:off x="7479362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E09DED71-B2B1-E7F6-19C0-FC402344EF45}"/>
              </a:ext>
            </a:extLst>
          </p:cNvPr>
          <p:cNvSpPr/>
          <p:nvPr/>
        </p:nvSpPr>
        <p:spPr>
          <a:xfrm>
            <a:off x="7479362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4" name="그림 103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5F606A-F09D-6B33-9FF0-E1CFA05C3E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-3441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05" name="그림 10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3B7429-402B-9CAF-233F-0698D63D51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5D5BE01C-3605-A9B9-E3E1-2ACB38A713DD}"/>
              </a:ext>
            </a:extLst>
          </p:cNvPr>
          <p:cNvSpPr/>
          <p:nvPr/>
        </p:nvSpPr>
        <p:spPr>
          <a:xfrm>
            <a:off x="9104759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16514422-927B-D7B2-BB44-81EC005E7EF8}"/>
              </a:ext>
            </a:extLst>
          </p:cNvPr>
          <p:cNvSpPr/>
          <p:nvPr/>
        </p:nvSpPr>
        <p:spPr>
          <a:xfrm>
            <a:off x="9104759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8" name="그림 107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13A021-6E86-5903-98D5-9058B11155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3257676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09" name="그림 108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503BF6-D0BF-9795-4FB5-6A520747C7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3257676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0" name="자유형: 도형 109">
            <a:extLst>
              <a:ext uri="{FF2B5EF4-FFF2-40B4-BE49-F238E27FC236}">
                <a16:creationId xmlns:a16="http://schemas.microsoft.com/office/drawing/2014/main" id="{77C0E8CC-4409-B60A-1057-A2DDE2C00910}"/>
              </a:ext>
            </a:extLst>
          </p:cNvPr>
          <p:cNvSpPr/>
          <p:nvPr/>
        </p:nvSpPr>
        <p:spPr>
          <a:xfrm>
            <a:off x="978544" y="423622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111" name="자유형: 도형 110">
            <a:extLst>
              <a:ext uri="{FF2B5EF4-FFF2-40B4-BE49-F238E27FC236}">
                <a16:creationId xmlns:a16="http://schemas.microsoft.com/office/drawing/2014/main" id="{715B7D14-E51B-8CD7-B930-B384BD5EFA27}"/>
              </a:ext>
            </a:extLst>
          </p:cNvPr>
          <p:cNvSpPr/>
          <p:nvPr/>
        </p:nvSpPr>
        <p:spPr>
          <a:xfrm>
            <a:off x="2603941" y="4235073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2" name="그림 111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BC000-B992-0BD7-06C1-39E423CA69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4883073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13" name="그림 112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BC5A5B-4574-6745-2AE9-6F9C249BDE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488422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4" name="자유형: 도형 113">
            <a:extLst>
              <a:ext uri="{FF2B5EF4-FFF2-40B4-BE49-F238E27FC236}">
                <a16:creationId xmlns:a16="http://schemas.microsoft.com/office/drawing/2014/main" id="{A852E68A-F81A-07F4-4AC1-E08F1B7C9DEE}"/>
              </a:ext>
            </a:extLst>
          </p:cNvPr>
          <p:cNvSpPr/>
          <p:nvPr/>
        </p:nvSpPr>
        <p:spPr>
          <a:xfrm>
            <a:off x="97575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5" name="자유형: 도형 114">
            <a:extLst>
              <a:ext uri="{FF2B5EF4-FFF2-40B4-BE49-F238E27FC236}">
                <a16:creationId xmlns:a16="http://schemas.microsoft.com/office/drawing/2014/main" id="{058B66BA-8EF1-5CF6-5555-2F49B323C531}"/>
              </a:ext>
            </a:extLst>
          </p:cNvPr>
          <p:cNvSpPr/>
          <p:nvPr/>
        </p:nvSpPr>
        <p:spPr>
          <a:xfrm>
            <a:off x="260394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6" name="그림 115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9369ED-30CB-43B5-4C5A-E93ECDEB33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3256529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7" name="자유형: 도형 116">
            <a:extLst>
              <a:ext uri="{FF2B5EF4-FFF2-40B4-BE49-F238E27FC236}">
                <a16:creationId xmlns:a16="http://schemas.microsoft.com/office/drawing/2014/main" id="{C551BC68-FC64-CE53-CB7E-E6A2831673A9}"/>
              </a:ext>
            </a:extLst>
          </p:cNvPr>
          <p:cNvSpPr/>
          <p:nvPr/>
        </p:nvSpPr>
        <p:spPr>
          <a:xfrm>
            <a:off x="4229338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119" name="그림 118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CE591D-1012-ED66-CFCC-EC9B569AB97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0" name="자유형: 도형 119">
            <a:extLst>
              <a:ext uri="{FF2B5EF4-FFF2-40B4-BE49-F238E27FC236}">
                <a16:creationId xmlns:a16="http://schemas.microsoft.com/office/drawing/2014/main" id="{7B77ADDD-7A42-671E-D896-92EAD572714C}"/>
              </a:ext>
            </a:extLst>
          </p:cNvPr>
          <p:cNvSpPr/>
          <p:nvPr/>
        </p:nvSpPr>
        <p:spPr>
          <a:xfrm>
            <a:off x="4229338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1" name="그림 120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2313BC-4D15-729C-CD5D-6E61B794B48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3254235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22" name="그림 121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564DCC-C8DC-F5A4-20DB-A945D624D7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4884220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123" name="자유형: 도형 122">
            <a:extLst>
              <a:ext uri="{FF2B5EF4-FFF2-40B4-BE49-F238E27FC236}">
                <a16:creationId xmlns:a16="http://schemas.microsoft.com/office/drawing/2014/main" id="{A891CA2C-2669-6101-5369-76EADB0FAD39}"/>
              </a:ext>
            </a:extLst>
          </p:cNvPr>
          <p:cNvSpPr/>
          <p:nvPr/>
        </p:nvSpPr>
        <p:spPr>
          <a:xfrm>
            <a:off x="7479362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4" name="자유형: 도형 123">
            <a:extLst>
              <a:ext uri="{FF2B5EF4-FFF2-40B4-BE49-F238E27FC236}">
                <a16:creationId xmlns:a16="http://schemas.microsoft.com/office/drawing/2014/main" id="{0DC43779-484C-09A4-08F0-0859E2051DF5}"/>
              </a:ext>
            </a:extLst>
          </p:cNvPr>
          <p:cNvSpPr/>
          <p:nvPr/>
        </p:nvSpPr>
        <p:spPr>
          <a:xfrm>
            <a:off x="7479362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5" name="그림 12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D63E30-E9BB-8874-2F9B-40F8CC26FDD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3254235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26" name="그림 125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52EE2F-B70C-0E1B-91A3-F2398C0978B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7" name="자유형: 도형 126">
            <a:extLst>
              <a:ext uri="{FF2B5EF4-FFF2-40B4-BE49-F238E27FC236}">
                <a16:creationId xmlns:a16="http://schemas.microsoft.com/office/drawing/2014/main" id="{9D05156F-35FB-660D-5A57-45D1298806E0}"/>
              </a:ext>
            </a:extLst>
          </p:cNvPr>
          <p:cNvSpPr/>
          <p:nvPr/>
        </p:nvSpPr>
        <p:spPr>
          <a:xfrm>
            <a:off x="9104759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8" name="자유형: 도형 127">
            <a:extLst>
              <a:ext uri="{FF2B5EF4-FFF2-40B4-BE49-F238E27FC236}">
                <a16:creationId xmlns:a16="http://schemas.microsoft.com/office/drawing/2014/main" id="{D68B5230-579E-15C8-A285-D099C985D177}"/>
              </a:ext>
            </a:extLst>
          </p:cNvPr>
          <p:cNvSpPr/>
          <p:nvPr/>
        </p:nvSpPr>
        <p:spPr>
          <a:xfrm>
            <a:off x="9104759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36" name="그림 135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7EB1BE-D530-FE8B-20ED-1744C002AD0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-3441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38" name="그림 13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C9FD51-7B69-377F-A8EA-6AEC45241ED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0" name="그림 139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C3352D-426B-5F81-ECA4-DB2CBC514A5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3254235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1" name="그림 140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2B0073-4129-3382-7D46-7C522A92DF0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42" name="자유형: 도형 141">
            <a:extLst>
              <a:ext uri="{FF2B5EF4-FFF2-40B4-BE49-F238E27FC236}">
                <a16:creationId xmlns:a16="http://schemas.microsoft.com/office/drawing/2014/main" id="{CF1E0B55-3311-D7AF-8A32-CED0C3426B03}"/>
              </a:ext>
            </a:extLst>
          </p:cNvPr>
          <p:cNvSpPr/>
          <p:nvPr/>
        </p:nvSpPr>
        <p:spPr>
          <a:xfrm>
            <a:off x="5853965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3" name="자유형: 도형 142">
            <a:extLst>
              <a:ext uri="{FF2B5EF4-FFF2-40B4-BE49-F238E27FC236}">
                <a16:creationId xmlns:a16="http://schemas.microsoft.com/office/drawing/2014/main" id="{A5CA902F-44D7-777D-3360-1FEE7AC0D872}"/>
              </a:ext>
            </a:extLst>
          </p:cNvPr>
          <p:cNvSpPr/>
          <p:nvPr/>
        </p:nvSpPr>
        <p:spPr>
          <a:xfrm>
            <a:off x="5853965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446DBC79-0AD4-2FB1-5BCC-5B1F1CF8AAF6}"/>
              </a:ext>
            </a:extLst>
          </p:cNvPr>
          <p:cNvSpPr/>
          <p:nvPr/>
        </p:nvSpPr>
        <p:spPr>
          <a:xfrm>
            <a:off x="5853965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5" name="자유형: 도형 144">
            <a:extLst>
              <a:ext uri="{FF2B5EF4-FFF2-40B4-BE49-F238E27FC236}">
                <a16:creationId xmlns:a16="http://schemas.microsoft.com/office/drawing/2014/main" id="{4817D39F-35CF-487F-9EB8-8E61B4EC5170}"/>
              </a:ext>
            </a:extLst>
          </p:cNvPr>
          <p:cNvSpPr/>
          <p:nvPr/>
        </p:nvSpPr>
        <p:spPr>
          <a:xfrm>
            <a:off x="5853965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11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0</Words>
  <Application>Microsoft Office PowerPoint</Application>
  <PresentationFormat>와이드스크린</PresentationFormat>
  <Paragraphs>0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건배 이</dc:creator>
  <cp:lastModifiedBy>건배 이</cp:lastModifiedBy>
  <cp:revision>14</cp:revision>
  <dcterms:created xsi:type="dcterms:W3CDTF">2025-10-31T02:42:54Z</dcterms:created>
  <dcterms:modified xsi:type="dcterms:W3CDTF">2025-10-31T05:34:57Z</dcterms:modified>
</cp:coreProperties>
</file>